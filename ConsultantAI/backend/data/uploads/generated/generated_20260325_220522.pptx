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media/image11.svg" ContentType="image/svg+xml"/>
  <Override PartName="/ppt/media/image13.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Lst>
  <p:notesMasterIdLst>
    <p:notesMasterId r:id="rId7"/>
  </p:notesMasterIdLst>
  <p:sldIdLst>
    <p:sldId id="256" r:id="rId3"/>
    <p:sldId id="2147483614" r:id="rId4"/>
    <p:sldId id="2147483616" r:id="rId5"/>
    <p:sldId id="294" r:id="rId6"/>
    <p:sldId id="2147483617" r:id="rId14"/>
    <p:sldId id="2147483618" r:id="rId15"/>
    <p:sldId id="2147483619" r:id="rId16"/>
    <p:sldId id="2147483620" r:id="rId17"/>
    <p:sldId id="2147483621" r:id="rId18"/>
    <p:sldId id="2147483622" r:id="rId19"/>
    <p:sldId id="2147483623" r:id="rId20"/>
    <p:sldId id="2147483624" r:id="rId21"/>
    <p:sldId id="2147483625" r:id="rId22"/>
    <p:sldId id="2147483626" r:id="rId23"/>
    <p:sldId id="2147483627" r:id="rId24"/>
    <p:sldId id="2147483628" r:id="rId25"/>
    <p:sldId id="2147483629" r:id="rId26"/>
    <p:sldId id="2147483630" r:id="rId27"/>
    <p:sldId id="2147483631" r:id="rId28"/>
    <p:sldId id="2147483632" r:id="rId29"/>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pos="7151" userDrawn="1">
          <p15:clr>
            <a:srgbClr val="A4A3A4"/>
          </p15:clr>
        </p15:guide>
        <p15:guide id="1" orient="horz" pos="2160">
          <p15:clr>
            <a:srgbClr val="A4A3A4"/>
          </p15:clr>
        </p15:guide>
        <p15:guide id="2" orient="horz" pos="95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502C042-9740-DF41-7C80-FB21003EE1DB}" name="Dikkers, Steije" initials="DS" userId="S::Dikkers.Steije@kpmg.nl::a8ff0ee6-826d-45cd-bafd-8e5c819481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5FD"/>
    <a:srgbClr val="EAAA00"/>
    <a:srgbClr val="FFFFFF"/>
    <a:srgbClr val="00A3A1"/>
    <a:srgbClr val="005EB8"/>
    <a:srgbClr val="6D2077"/>
    <a:srgbClr val="0091DA"/>
    <a:srgbClr val="00338D"/>
    <a:srgbClr val="ACEAFF"/>
    <a:srgbClr val="B4F8C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rgbClr val="00000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wholeTbl>
      <a:tcTxStyle>
        <a:fontRef idx="minor">
          <a:srgbClr val="000000"/>
        </a:fontRef>
        <a:schemeClr val="dk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w="6350" cap="flat" cmpd="sng">
              <a:solidFill>
                <a:schemeClr val="accent6"/>
              </a:solidFill>
              <a:prstDash val="solid"/>
              <a:miter/>
            </a:ln>
          </a:insideV>
        </a:tcBdr>
        <a:fill>
          <a:noFill/>
        </a:fill>
      </a:tcStyle>
    </a:wholeTbl>
    <a:band1H>
      <a:tcStyle>
        <a:tcBdr/>
        <a:fill>
          <a:solidFill>
            <a:schemeClr val="accent6">
              <a:alpha val="40000"/>
            </a:schemeClr>
          </a:solidFill>
        </a:fill>
      </a:tcStyle>
    </a:band1H>
    <a:band1V>
      <a:tcStyle>
        <a:tcBdr>
          <a:top>
            <a:ln w="6350" cap="flat" cmpd="sng">
              <a:solidFill>
                <a:schemeClr val="accent6"/>
              </a:solidFill>
              <a:prstDash val="solid"/>
              <a:miter/>
            </a:ln>
          </a:top>
          <a:bottom>
            <a:ln w="6350" cap="flat" cmpd="sng">
              <a:solidFill>
                <a:schemeClr val="accent6"/>
              </a:solidFill>
              <a:prstDash val="solid"/>
              <a:miter/>
            </a:ln>
          </a:bottom>
        </a:tcBdr>
        <a:fill>
          <a:solidFill>
            <a:schemeClr val="accent6">
              <a:alpha val="40000"/>
            </a:schemeClr>
          </a:solidFill>
        </a:fill>
      </a:tcStyle>
    </a:band1V>
    <a:lastCol>
      <a:tcTxStyle b="on"/>
      <a:tcStyle>
        <a:tcBdr>
          <a:left>
            <a:ln w="1270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lastCol>
    <a:firstCol>
      <a:tcTxStyle b="on"/>
      <a:tcStyle>
        <a:tcBdr>
          <a:left>
            <a:ln w="6350" cap="flat" cmpd="sng">
              <a:solidFill>
                <a:schemeClr val="accent6"/>
              </a:solidFill>
              <a:prstDash val="solid"/>
              <a:miter/>
            </a:ln>
          </a:left>
          <a:right>
            <a:ln w="12700" cap="flat" cmpd="sng">
              <a:solidFill>
                <a:schemeClr val="accent6"/>
              </a:solidFill>
              <a:prstDash val="solid"/>
              <a:miter/>
            </a:ln>
          </a:right>
          <a:top>
            <a:ln w="6350" cap="flat" cmpd="sng">
              <a:solidFill>
                <a:schemeClr val="accent6"/>
              </a:solidFill>
              <a:prstDash val="solid"/>
              <a:miter/>
            </a:ln>
          </a:top>
          <a:bottom>
            <a:ln w="6350" cap="flat" cmpd="sng">
              <a:solidFill>
                <a:schemeClr val="accent6"/>
              </a:solidFill>
              <a:prstDash val="solid"/>
              <a:miter/>
            </a:ln>
          </a:bottom>
          <a:insideH>
            <a:ln w="6350" cap="flat" cmpd="sng">
              <a:solidFill>
                <a:schemeClr val="accent6"/>
              </a:solidFill>
              <a:prstDash val="solid"/>
              <a:miter/>
            </a:ln>
          </a:insideH>
          <a:insideV>
            <a:ln>
              <a:noFill/>
            </a:ln>
          </a:insideV>
        </a:tcBdr>
      </a:tcStyle>
    </a:firstCol>
    <a:lastRow>
      <a:tcTxStyle b="on"/>
      <a:tcStyle>
        <a:tcBdr>
          <a:left>
            <a:ln w="6350" cap="flat" cmpd="sng">
              <a:solidFill>
                <a:schemeClr val="accent6"/>
              </a:solidFill>
              <a:prstDash val="solid"/>
              <a:miter/>
            </a:ln>
          </a:left>
          <a:right>
            <a:ln w="6350" cap="flat" cmpd="sng">
              <a:solidFill>
                <a:schemeClr val="accent6"/>
              </a:solidFill>
              <a:prstDash val="solid"/>
              <a:miter/>
            </a:ln>
          </a:right>
          <a:top>
            <a:ln w="12700" cap="flat" cmpd="sng">
              <a:solidFill>
                <a:schemeClr val="accent6"/>
              </a:solidFill>
              <a:prstDash val="solid"/>
              <a:miter/>
            </a:ln>
          </a:top>
          <a:bottom>
            <a:ln w="12700" cap="flat" cmpd="sng">
              <a:solidFill>
                <a:schemeClr val="accent6"/>
              </a:solidFill>
              <a:prstDash val="solid"/>
              <a:miter/>
            </a:ln>
          </a:bottom>
          <a:insideH>
            <a:ln>
              <a:noFill/>
            </a:ln>
          </a:insideH>
          <a:insideV>
            <a:ln>
              <a:noFill/>
            </a:ln>
          </a:insideV>
        </a:tcBdr>
        <a:fill>
          <a:noFill/>
        </a:fill>
      </a:tcStyle>
    </a:lastRow>
    <a:firstRow>
      <a:tcTxStyle b="on">
        <a:fontRef idx="minor">
          <a:srgbClr val="000000"/>
        </a:fontRef>
        <a:schemeClr val="lt1"/>
      </a:tcTxStyle>
      <a:tcStyle>
        <a:tcBdr>
          <a:left>
            <a:ln w="6350" cap="flat" cmpd="sng">
              <a:solidFill>
                <a:schemeClr val="accent6"/>
              </a:solidFill>
              <a:prstDash val="solid"/>
              <a:miter/>
            </a:ln>
          </a:left>
          <a:right>
            <a:ln w="6350" cap="flat" cmpd="sng">
              <a:solidFill>
                <a:schemeClr val="accent6"/>
              </a:solidFill>
              <a:prstDash val="solid"/>
              <a:miter/>
            </a:ln>
          </a:right>
          <a:top>
            <a:ln w="6350" cap="flat" cmpd="sng">
              <a:solidFill>
                <a:schemeClr val="accent6"/>
              </a:solidFill>
              <a:prstDash val="solid"/>
              <a:miter/>
            </a:ln>
          </a:top>
          <a:bottom>
            <a:ln w="12700" cap="flat" cmpd="sng">
              <a:solidFill>
                <a:schemeClr val="lt1"/>
              </a:solidFill>
              <a:prstDash val="solid"/>
              <a:miter/>
            </a:ln>
          </a:bottom>
          <a:insideH>
            <a:ln>
              <a:noFill/>
            </a:ln>
          </a:insideH>
          <a:insideV>
            <a:ln>
              <a:noFill/>
            </a:ln>
          </a:insideV>
        </a:tcBdr>
        <a:fill>
          <a:solidFill>
            <a:schemeClr val="accent6"/>
          </a:solidFill>
        </a:fill>
      </a:tcStyle>
    </a:firstRow>
  </a:tblStyle>
  <a:tblStyle styleId="{21E4AEA4-8DFA-4A89-87EB-49C32662AFE0}" styleName="Medium Style 2 - Accent 2">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fontRef idx="minor">
          <a:srgbClr val="000000"/>
        </a:fontRef>
        <a:schemeClr val="lt1"/>
      </a:tcTxStyle>
      <a:tcStyle>
        <a:tcBdr>
          <a:top>
            <a:ln w="38100" cmpd="sng">
              <a:solidFill>
                <a:schemeClr val="lt1"/>
              </a:solidFill>
            </a:ln>
          </a:top>
        </a:tcBdr>
        <a:fill>
          <a:solidFill>
            <a:schemeClr val="accent2"/>
          </a:solidFill>
        </a:fill>
      </a:tcStyle>
    </a:lastRow>
    <a:firstRow>
      <a:tcTxStyle b="on">
        <a:fontRef idx="minor">
          <a:srgbClr val="000000"/>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20" autoAdjust="0"/>
    <p:restoredTop sz="91892" autoAdjust="0"/>
  </p:normalViewPr>
  <p:slideViewPr>
    <p:cSldViewPr snapToGrid="0" showGuides="1">
      <p:cViewPr varScale="1">
        <p:scale>
          <a:sx n="112" d="100"/>
          <a:sy n="112" d="100"/>
        </p:scale>
        <p:origin x="336" y="184"/>
      </p:cViewPr>
      <p:guideLst>
        <p:guide pos="7151"/>
        <p:guide orient="horz" pos="2160"/>
        <p:guide orient="horz" pos="958"/>
      </p:guideLst>
    </p:cSldViewPr>
  </p:slideViewPr>
  <p:outlineViewPr>
    <p:cViewPr>
      <p:scale>
        <a:sx n="33" d="100"/>
        <a:sy n="33" d="100"/>
      </p:scale>
      <p:origin x="0" y="-15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8/10/relationships/authors" Target="authors.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 Type="http://schemas.openxmlformats.org/officeDocument/2006/relationships/slideMaster" Target="slideMasters/slideMaster2.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notesMaster" Target="notesMasters/notesMaster1.xml"/><Relationship Id="rId8" Type="http://schemas.openxmlformats.org/officeDocument/2006/relationships/tags" Target="tags/tag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E39D9A20-47A0-4507-821D-C8B61CB79B2C}" type="datetimeFigureOut">
              <a:rPr lang="en-GB" smtClean="0"/>
              <a:pPr/>
              <a:t>25/03/2026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8C8016EA-0E9C-45D3-B4F5-4B3ECC13DA20}" type="slidenum">
              <a:rPr lang="en-GB" smtClean="0"/>
              <a:pPr/>
              <a:t>‹#›</a:t>
            </a:fld>
            <a:endParaRPr lang="en-GB" dirty="0"/>
          </a:p>
        </p:txBody>
      </p:sp>
    </p:spTree>
    <p:extLst>
      <p:ext uri="{BB962C8B-B14F-4D97-AF65-F5344CB8AC3E}">
        <p14:creationId xmlns:p14="http://schemas.microsoft.com/office/powerpoint/2010/main" val="88681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tags" Target="../tags/tag11.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tags" Target="../tags/tag15.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2.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2.xml"/><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1.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tags" Target="../tags/tag27.xml"/><Relationship Id="rId3" Type="http://schemas.openxmlformats.org/officeDocument/2006/relationships/slideMaster" Target="../slideMasters/slideMaster2.xml"/><Relationship Id="rId4" Type="http://schemas.openxmlformats.org/officeDocument/2006/relationships/image" Target="../media/image12.png"/><Relationship Id="rId5" Type="http://schemas.openxmlformats.org/officeDocument/2006/relationships/image" Target="../media/image13.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 Id="rId3"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Left Horizontal Window_KPMG Imag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E8C496-B3E1-B09E-D88E-EFF8E37056B4}"/>
              </a:ext>
            </a:extLst>
          </p:cNvPr>
          <p:cNvPicPr>
            <a:picLocks noChangeAspect="1"/>
          </p:cNvPicPr>
          <p:nvPr userDrawn="1"/>
        </p:nvPicPr>
        <p:blipFill>
          <a:blip r:embed="rId2"/>
          <a:srcRect l="14" r="14"/>
          <a:stretch/>
        </p:blipFill>
        <p:spPr>
          <a:xfrm>
            <a:off x="0" y="0"/>
            <a:ext cx="12190045" cy="6858000"/>
          </a:xfrm>
          <a:prstGeom prst="rect">
            <a:avLst/>
          </a:prstGeom>
        </p:spPr>
      </p:pic>
      <p:sp>
        <p:nvSpPr>
          <p:cNvPr id="2" name="Title 1"/>
          <p:cNvSpPr>
            <a:spLocks noGrp="1"/>
          </p:cNvSpPr>
          <p:nvPr>
            <p:ph type="ctrTitle" hasCustomPrompt="1"/>
          </p:nvPr>
        </p:nvSpPr>
        <p:spPr>
          <a:xfrm>
            <a:off x="1274841" y="1764699"/>
            <a:ext cx="5765982" cy="2903488"/>
          </a:xfrm>
          <a:prstGeom prst="rect">
            <a:avLst/>
          </a:prstGeom>
          <a:noFill/>
          <a:ln>
            <a:noFill/>
          </a:ln>
        </p:spPr>
        <p:txBody>
          <a:bodyPr lIns="0" tIns="0" rIns="0" bIns="0" anchor="ctr" anchorCtr="0"/>
          <a:lstStyle>
            <a:lvl1pPr lvl="0" algn="l">
              <a:defRPr sz="6600" baseline="0">
                <a:solidFill>
                  <a:schemeClr val="bg1"/>
                </a:solidFill>
              </a:defRPr>
            </a:lvl1pPr>
          </a:lstStyle>
          <a:p>
            <a:r>
              <a:rPr lang="en-US" altLang="en-US"/>
              <a:t>Title slide text only</a:t>
            </a:r>
          </a:p>
        </p:txBody>
      </p:sp>
      <p:sp>
        <p:nvSpPr>
          <p:cNvPr id="6" name="Text Placeholder 3"/>
          <p:cNvSpPr>
            <a:spLocks noGrp="1"/>
          </p:cNvSpPr>
          <p:nvPr>
            <p:ph type="body" idx="11"/>
          </p:nvPr>
        </p:nvSpPr>
        <p:spPr>
          <a:xfrm>
            <a:off x="1274841" y="4752153"/>
            <a:ext cx="5765982" cy="816606"/>
          </a:xfrm>
          <a:prstGeom prst="rect">
            <a:avLst/>
          </a:prstGeom>
          <a:ln>
            <a:noFill/>
          </a:ln>
        </p:spPr>
        <p:txBody>
          <a:bodyPr wrap="square" anchor="ctr"/>
          <a:lstStyle>
            <a:lvl1pPr lvl="0">
              <a:defRPr sz="1400">
                <a:solidFill>
                  <a:schemeClr val="bg1"/>
                </a:solidFill>
              </a:defRPr>
            </a:lvl1pPr>
            <a:lvl2pPr lvl="1">
              <a:defRPr sz="1400">
                <a:solidFill>
                  <a:schemeClr val="bg1"/>
                </a:solidFill>
              </a:defRPr>
            </a:lvl2pPr>
            <a:lvl3pPr lvl="2">
              <a:buClr>
                <a:schemeClr val="bg1"/>
              </a:buClr>
              <a:defRPr sz="1100">
                <a:solidFill>
                  <a:schemeClr val="bg1"/>
                </a:solidFill>
              </a:defRPr>
            </a:lvl3pPr>
            <a:lvl4pPr lvl="3">
              <a:buClr>
                <a:schemeClr val="bg1"/>
              </a:buClr>
              <a:defRPr sz="1100">
                <a:solidFill>
                  <a:schemeClr val="bg1"/>
                </a:solidFill>
              </a:defRPr>
            </a:lvl4pPr>
            <a:lvl5pPr lvl="4">
              <a:buClr>
                <a:schemeClr val="bg1"/>
              </a:buClr>
              <a:defRPr sz="1100">
                <a:solidFill>
                  <a:schemeClr val="bg1"/>
                </a:solidFill>
              </a:defRPr>
            </a:lvl5pPr>
          </a:lstStyle>
          <a:p>
            <a:pPr lvl="0"/>
            <a:r>
              <a:rPr lang="en-US" altLang="en-US"/>
              <a:t>Click to edit Master text styles</a:t>
            </a:r>
          </a:p>
          <a:p>
            <a:pPr lvl="1"/>
            <a:r>
              <a:rPr lang="en-US" altLang="en-US"/>
              <a:t>Second level</a:t>
            </a:r>
          </a:p>
        </p:txBody>
      </p:sp>
    </p:spTree>
    <p:extLst>
      <p:ext uri="{BB962C8B-B14F-4D97-AF65-F5344CB8AC3E}">
        <p14:creationId xmlns:p14="http://schemas.microsoft.com/office/powerpoint/2010/main" val="1809387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2_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11" name="TextBox 10"/>
          <p:cNvSpPr txBox="1"/>
          <p:nvPr userDrawn="1">
            <p:custDataLst>
              <p:tags r:id="rId1"/>
            </p:custDataLst>
          </p:nvPr>
        </p:nvSpPr>
        <p:spPr>
          <a:xfrm>
            <a:off x="971792" y="5750097"/>
            <a:ext cx="2539157" cy="276999"/>
          </a:xfrm>
          <a:prstGeom prst="rect">
            <a:avLst/>
          </a:prstGeom>
          <a:noFill/>
        </p:spPr>
        <p:txBody>
          <a:bodyPr wrap="none" lIns="0" tIns="0" rIns="0" bIns="0">
            <a:spAutoFit/>
          </a:bodyPr>
          <a:lstStyle/>
          <a:p>
            <a:pPr marL="0" lvl="0" indent="0" algn="l" defTabSz="914377">
              <a:lnSpc>
                <a:spcPct val="100000"/>
              </a:lnSpc>
              <a:spcBef>
                <a:spcPts val="0"/>
              </a:spcBef>
              <a:spcAft>
                <a:spcPts val="0"/>
              </a:spcAft>
              <a:buClrTx/>
              <a:buSzTx/>
              <a:buFontTx/>
              <a:buNone/>
              <a:defRPr/>
            </a:pPr>
            <a:r>
              <a:rPr lang="en-GB" altLang="en-GB" sz="900" b="1" kern="1200" dirty="0">
                <a:solidFill>
                  <a:schemeClr val="bg1"/>
                </a:solidFill>
                <a:latin typeface="Arial"/>
                <a:ea typeface="微软雅黑"/>
              </a:rPr>
              <a:t>Document Classification: KPMG Confidential</a:t>
            </a:r>
          </a:p>
          <a:p>
            <a:pPr marL="0" lvl="0" indent="0" algn="l" defTabSz="914377">
              <a:lnSpc>
                <a:spcPct val="100000"/>
              </a:lnSpc>
              <a:spcBef>
                <a:spcPts val="0"/>
              </a:spcBef>
              <a:spcAft>
                <a:spcPts val="0"/>
              </a:spcAft>
              <a:buClrTx/>
              <a:buSzTx/>
              <a:buFontTx/>
              <a:buNone/>
              <a:defRPr/>
            </a:pPr>
            <a:endParaRPr lang="en-GB" altLang="en-GB" sz="900" b="1" kern="1200" dirty="0">
              <a:solidFill>
                <a:schemeClr val="bg1"/>
              </a:solidFill>
              <a:latin typeface="Arial"/>
              <a:ea typeface="微软雅黑"/>
            </a:endParaRPr>
          </a:p>
        </p:txBody>
      </p:sp>
      <p:sp>
        <p:nvSpPr>
          <p:cNvPr id="41" name="Freeform 19">
            <a:extLst>
              <a:ext uri="{FF2B5EF4-FFF2-40B4-BE49-F238E27FC236}">
                <a16:creationId xmlns:a16="http://schemas.microsoft.com/office/drawing/2014/main" id="{C5124DCF-42F4-4BBE-BCAC-C24058AAE43A}"/>
              </a:ext>
            </a:extLst>
          </p:cNvPr>
          <p:cNvSpPr>
            <a:spLocks noChangeAspect="1" noEditPoints="1"/>
          </p:cNvSpPr>
          <p:nvPr userDrawn="1"/>
        </p:nvSpPr>
        <p:spPr>
          <a:xfrm>
            <a:off x="998478" y="37131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en-GB" altLang="en-GB" sz="1800"/>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idx="10"/>
          </p:nvPr>
        </p:nvSpPr>
        <p:spPr>
          <a:xfrm>
            <a:off x="989012" y="3702050"/>
            <a:ext cx="6660000" cy="1843088"/>
          </a:xfrm>
          <a:prstGeom prst="rect">
            <a:avLst/>
          </a:prstGeom>
        </p:spPr>
        <p:txBody>
          <a:bodyPr anchor="b"/>
          <a:lstStyle>
            <a:lvl1pPr lvl="0">
              <a:spcAft>
                <a:spcPts val="1000"/>
              </a:spcAft>
              <a:defRPr sz="900" b="0">
                <a:solidFill>
                  <a:schemeClr val="bg1"/>
                </a:solidFill>
              </a:defRPr>
            </a:lvl1pPr>
            <a:lvl2pPr lvl="1">
              <a:spcAft>
                <a:spcPts val="1000"/>
              </a:spcAft>
              <a:defRPr sz="900" b="0">
                <a:solidFill>
                  <a:schemeClr val="bg1"/>
                </a:solidFill>
              </a:defRPr>
            </a:lvl2pPr>
          </a:lstStyle>
          <a:p>
            <a:pPr lvl="0"/>
            <a:r>
              <a:rPr lang="en-US" altLang="en-US"/>
              <a:t>Click to edit Master text styles</a:t>
            </a:r>
          </a:p>
          <a:p>
            <a:pPr lvl="1"/>
            <a:r>
              <a:rPr lang="en-US" altLang="en-US"/>
              <a:t>Second level</a:t>
            </a:r>
          </a:p>
        </p:txBody>
      </p:sp>
      <p:sp>
        <p:nvSpPr>
          <p:cNvPr id="43" name="Text Placeholder 2">
            <a:extLst>
              <a:ext uri="{FF2B5EF4-FFF2-40B4-BE49-F238E27FC236}">
                <a16:creationId xmlns:a16="http://schemas.microsoft.com/office/drawing/2014/main" id="{8E01CBC1-FC71-43BD-845D-21EEEFA25661}"/>
              </a:ext>
            </a:extLst>
          </p:cNvPr>
          <p:cNvSpPr>
            <a:spLocks noGrp="1"/>
          </p:cNvSpPr>
          <p:nvPr>
            <p:ph type="body" idx="14"/>
          </p:nvPr>
        </p:nvSpPr>
        <p:spPr>
          <a:xfrm>
            <a:off x="989012" y="3351965"/>
            <a:ext cx="2411739" cy="119064"/>
          </a:xfrm>
          <a:prstGeom prst="rect">
            <a:avLst/>
          </a:prstGeom>
        </p:spPr>
        <p:txBody>
          <a:bodyPr/>
          <a:lstStyle>
            <a:lvl1pPr lvl="0">
              <a:buFontTx/>
              <a:buNone/>
              <a:defRPr sz="1200" b="1">
                <a:solidFill>
                  <a:schemeClr val="bg1"/>
                </a:solidFill>
              </a:defRPr>
            </a:lvl1pPr>
            <a:lvl2pPr lvl="1">
              <a:buFontTx/>
              <a:buNone/>
              <a:defRPr sz="900" b="0">
                <a:solidFill>
                  <a:schemeClr val="bg1">
                    <a:lumMod val="65000"/>
                  </a:schemeClr>
                </a:solidFill>
              </a:defRPr>
            </a:lvl2pPr>
            <a:lvl3pPr marL="0" lvl="2" indent="0">
              <a:buFontTx/>
              <a:buNone/>
              <a:defRPr sz="900" b="0">
                <a:solidFill>
                  <a:schemeClr val="bg1">
                    <a:lumMod val="65000"/>
                  </a:schemeClr>
                </a:solidFill>
              </a:defRPr>
            </a:lvl3pPr>
            <a:lvl4pPr marL="345591" lvl="3" indent="0">
              <a:buFontTx/>
              <a:buNone/>
              <a:defRPr sz="900" b="0">
                <a:solidFill>
                  <a:schemeClr val="bg1">
                    <a:lumMod val="65000"/>
                  </a:schemeClr>
                </a:solidFill>
              </a:defRPr>
            </a:lvl4pPr>
            <a:lvl5pPr marL="539987" lvl="4" indent="0">
              <a:buFontTx/>
              <a:buNone/>
              <a:defRPr sz="900" b="0">
                <a:solidFill>
                  <a:schemeClr val="bg1">
                    <a:lumMod val="65000"/>
                  </a:schemeClr>
                </a:solidFill>
              </a:defRPr>
            </a:lvl5pPr>
          </a:lstStyle>
          <a:p>
            <a:pPr lvl="0"/>
            <a:r>
              <a:rPr lang="en-US" altLang="en-US"/>
              <a:t>Click to edit Master text styles</a:t>
            </a:r>
          </a:p>
        </p:txBody>
      </p:sp>
      <p:grpSp>
        <p:nvGrpSpPr>
          <p:cNvPr id="4" name="Group 3">
            <a:extLst>
              <a:ext uri="{FF2B5EF4-FFF2-40B4-BE49-F238E27FC236}">
                <a16:creationId xmlns:a16="http://schemas.microsoft.com/office/drawing/2014/main" id="{1C4D5492-D401-42A2-B377-EA27220983D3}"/>
              </a:ext>
            </a:extLst>
          </p:cNvPr>
          <p:cNvGrpSpPr/>
          <p:nvPr userDrawn="1"/>
        </p:nvGrpSpPr>
        <p:grpSpPr>
          <a:xfrm>
            <a:off x="998476" y="2881531"/>
            <a:ext cx="2023200" cy="367957"/>
            <a:chOff x="998476" y="2881529"/>
            <a:chExt cx="2023200" cy="367957"/>
          </a:xfrm>
        </p:grpSpPr>
        <p:sp>
          <p:nvSpPr>
            <p:cNvPr id="15" name="Rectangle 14">
              <a:extLst>
                <a:ext uri="{FF2B5EF4-FFF2-40B4-BE49-F238E27FC236}">
                  <a16:creationId xmlns:a16="http://schemas.microsoft.com/office/drawing/2014/main" id="{CF196AFE-0767-4ACF-9869-412F4845EABF}"/>
                </a:ext>
              </a:extLst>
            </p:cNvPr>
            <p:cNvSpPr/>
            <p:nvPr userDrawn="1"/>
          </p:nvSpPr>
          <p:spPr>
            <a:xfrm>
              <a:off x="1441950" y="2918577"/>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6" name="Rectangle 15">
              <a:extLst>
                <a:ext uri="{FF2B5EF4-FFF2-40B4-BE49-F238E27FC236}">
                  <a16:creationId xmlns:a16="http://schemas.microsoft.com/office/drawing/2014/main" id="{1E42C7C2-E55C-467A-A194-4BA78575F316}"/>
                </a:ext>
              </a:extLst>
            </p:cNvPr>
            <p:cNvSpPr/>
            <p:nvPr userDrawn="1"/>
          </p:nvSpPr>
          <p:spPr>
            <a:xfrm>
              <a:off x="1877844" y="2918577"/>
              <a:ext cx="281156" cy="322952"/>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17" name="Rectangle 16">
              <a:extLst>
                <a:ext uri="{FF2B5EF4-FFF2-40B4-BE49-F238E27FC236}">
                  <a16:creationId xmlns:a16="http://schemas.microsoft.com/office/drawing/2014/main" id="{C45E1FE7-629E-4892-B2EB-2FDAB3326BE5}"/>
                </a:ext>
              </a:extLst>
            </p:cNvPr>
            <p:cNvSpPr/>
            <p:nvPr userDrawn="1"/>
          </p:nvSpPr>
          <p:spPr>
            <a:xfrm>
              <a:off x="2689276" y="2924173"/>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sp>
          <p:nvSpPr>
            <p:cNvPr id="2" name="Rectangle 1">
              <a:extLst>
                <a:ext uri="{FF2B5EF4-FFF2-40B4-BE49-F238E27FC236}">
                  <a16:creationId xmlns:a16="http://schemas.microsoft.com/office/drawing/2014/main" id="{07E3B322-EB53-4C7E-8968-4B7B3CE2432E}"/>
                </a:ext>
              </a:extLst>
            </p:cNvPr>
            <p:cNvSpPr/>
            <p:nvPr userDrawn="1"/>
          </p:nvSpPr>
          <p:spPr>
            <a:xfrm>
              <a:off x="1025526" y="2924174"/>
              <a:ext cx="304800" cy="288925"/>
            </a:xfrm>
            <a:prstGeom prst="rect">
              <a:avLst/>
            </a:prstGeom>
            <a:solidFill>
              <a:schemeClr val="bg1"/>
            </a:solidFill>
            <a:ln>
              <a:noFill/>
            </a:ln>
          </p:spPr>
          <p:txBody>
            <a:bodyPr lIns="54610" tIns="54610" rIns="54610" bIns="54610" anchor="ctr"/>
            <a:lstStyle/>
            <a:p>
              <a:pPr algn="l"/>
              <a:endParaRPr lang="en-GB" altLang="en-GB" sz="1500">
                <a:solidFill>
                  <a:schemeClr val="bg1"/>
                </a:solidFill>
              </a:endParaRPr>
            </a:p>
          </p:txBody>
        </p:sp>
        <p:pic>
          <p:nvPicPr>
            <p:cNvPr id="9" name="Picture 8">
              <a:extLst>
                <a:ext uri="{FF2B5EF4-FFF2-40B4-BE49-F238E27FC236}">
                  <a16:creationId xmlns:a16="http://schemas.microsoft.com/office/drawing/2014/main" id="{3F3E6F56-5300-4CC2-8B6F-98341C903AA6}"/>
                </a:ext>
              </a:extLst>
            </p:cNvPr>
            <p:cNvPicPr>
              <a:picLocks noChangeAspect="1"/>
            </p:cNvPicPr>
            <p:nvPr userDrawn="1"/>
          </p:nvPicPr>
          <p:blipFill>
            <a:blip r:embed="rId3" cstate="screen"/>
            <a:stretch>
              <a:fillRect/>
            </a:stretch>
          </p:blipFill>
          <p:spPr>
            <a:xfrm>
              <a:off x="1822950" y="2881529"/>
              <a:ext cx="360000" cy="360000"/>
            </a:xfrm>
            <a:prstGeom prst="rect">
              <a:avLst/>
            </a:prstGeom>
          </p:spPr>
        </p:pic>
        <p:pic>
          <p:nvPicPr>
            <p:cNvPr id="10" name="Picture 9" descr="Icon&#10;&#10;Description automatically generated">
              <a:extLst>
                <a:ext uri="{FF2B5EF4-FFF2-40B4-BE49-F238E27FC236}">
                  <a16:creationId xmlns:a16="http://schemas.microsoft.com/office/drawing/2014/main" id="{5688464F-C48A-4F62-97E1-E717A76F030E}"/>
                </a:ext>
              </a:extLst>
            </p:cNvPr>
            <p:cNvPicPr>
              <a:picLocks noChangeAspect="1"/>
            </p:cNvPicPr>
            <p:nvPr userDrawn="1"/>
          </p:nvPicPr>
          <p:blipFill>
            <a:blip r:embed="rId4" cstate="screen"/>
            <a:stretch>
              <a:fillRect/>
            </a:stretch>
          </p:blipFill>
          <p:spPr>
            <a:xfrm>
              <a:off x="2242336" y="2881529"/>
              <a:ext cx="359648" cy="360000"/>
            </a:xfrm>
            <a:prstGeom prst="rect">
              <a:avLst/>
            </a:prstGeom>
          </p:spPr>
        </p:pic>
        <p:pic>
          <p:nvPicPr>
            <p:cNvPr id="12" name="Picture 11" descr="Logo&#10;&#10;Description automatically generated">
              <a:extLst>
                <a:ext uri="{FF2B5EF4-FFF2-40B4-BE49-F238E27FC236}">
                  <a16:creationId xmlns:a16="http://schemas.microsoft.com/office/drawing/2014/main" id="{3DBC0AA5-6153-434E-A0C9-A5D940745C9A}"/>
                </a:ext>
              </a:extLst>
            </p:cNvPr>
            <p:cNvPicPr>
              <a:picLocks noChangeAspect="1"/>
            </p:cNvPicPr>
            <p:nvPr userDrawn="1"/>
          </p:nvPicPr>
          <p:blipFill>
            <a:blip r:embed="rId5" cstate="screen"/>
            <a:stretch>
              <a:fillRect/>
            </a:stretch>
          </p:blipFill>
          <p:spPr>
            <a:xfrm>
              <a:off x="1414350" y="2889486"/>
              <a:ext cx="360000" cy="360000"/>
            </a:xfrm>
            <a:prstGeom prst="rect">
              <a:avLst/>
            </a:prstGeom>
          </p:spPr>
        </p:pic>
        <p:pic>
          <p:nvPicPr>
            <p:cNvPr id="13" name="Picture 12" descr="Logo&#10;&#10;Description automatically generated">
              <a:extLst>
                <a:ext uri="{FF2B5EF4-FFF2-40B4-BE49-F238E27FC236}">
                  <a16:creationId xmlns:a16="http://schemas.microsoft.com/office/drawing/2014/main" id="{809B7D2B-5280-4ED4-B112-B6C654C52EF6}"/>
                </a:ext>
              </a:extLst>
            </p:cNvPr>
            <p:cNvPicPr>
              <a:picLocks noChangeAspect="1"/>
            </p:cNvPicPr>
            <p:nvPr userDrawn="1"/>
          </p:nvPicPr>
          <p:blipFill>
            <a:blip r:embed="rId6" cstate="screen"/>
            <a:stretch>
              <a:fillRect/>
            </a:stretch>
          </p:blipFill>
          <p:spPr>
            <a:xfrm>
              <a:off x="998476" y="2884275"/>
              <a:ext cx="360000" cy="360000"/>
            </a:xfrm>
            <a:prstGeom prst="rect">
              <a:avLst/>
            </a:prstGeom>
          </p:spPr>
        </p:pic>
        <p:pic>
          <p:nvPicPr>
            <p:cNvPr id="14" name="Picture 13" descr="Icon&#10;&#10;Description automatically generated">
              <a:extLst>
                <a:ext uri="{FF2B5EF4-FFF2-40B4-BE49-F238E27FC236}">
                  <a16:creationId xmlns:a16="http://schemas.microsoft.com/office/drawing/2014/main" id="{B338E268-56D8-4524-BB26-DA84FEEF8615}"/>
                </a:ext>
              </a:extLst>
            </p:cNvPr>
            <p:cNvPicPr>
              <a:picLocks noChangeAspect="1"/>
            </p:cNvPicPr>
            <p:nvPr userDrawn="1"/>
          </p:nvPicPr>
          <p:blipFill>
            <a:blip r:embed="rId7" cstate="screen"/>
            <a:stretch>
              <a:fillRect/>
            </a:stretch>
          </p:blipFill>
          <p:spPr>
            <a:xfrm>
              <a:off x="2661676" y="2881529"/>
              <a:ext cx="360000" cy="360000"/>
            </a:xfrm>
            <a:prstGeom prst="rect">
              <a:avLst/>
            </a:prstGeom>
          </p:spPr>
        </p:pic>
      </p:grpSp>
    </p:spTree>
    <p:extLst>
      <p:ext uri="{BB962C8B-B14F-4D97-AF65-F5344CB8AC3E}">
        <p14:creationId xmlns:p14="http://schemas.microsoft.com/office/powerpoint/2010/main" val="37087872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 BG image 2">
    <p:bg>
      <p:bgPr>
        <a:solidFill>
          <a:schemeClr val="accent2"/>
        </a:solidFill>
        <a:effectLst/>
      </p:bgPr>
    </p:bg>
    <p:spTree>
      <p:nvGrpSpPr>
        <p:cNvPr id="1" name=""/>
        <p:cNvGrpSpPr/>
        <p:nvPr/>
      </p:nvGrpSpPr>
      <p:grpSpPr>
        <a:xfrm>
          <a:off x="0" y="0"/>
          <a:ext cx="0" cy="0"/>
          <a:chOff x="0" y="0"/>
          <a:chExt cx="0" cy="0"/>
        </a:xfrm>
      </p:grpSpPr>
      <p:pic>
        <p:nvPicPr>
          <p:cNvPr id="3" name="Picture 2" descr="A blue and purple background with dots&#10;&#10;Description automatically generated">
            <a:extLst>
              <a:ext uri="{FF2B5EF4-FFF2-40B4-BE49-F238E27FC236}">
                <a16:creationId xmlns:a16="http://schemas.microsoft.com/office/drawing/2014/main" id="{456F7872-9D6F-EE1B-9D7B-625000F9B82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2327" b="10849"/>
          <a:stretch/>
        </p:blipFill>
        <p:spPr>
          <a:xfrm>
            <a:off x="0" y="0"/>
            <a:ext cx="12192000" cy="6880266"/>
          </a:xfrm>
          <a:prstGeom prst="rect">
            <a:avLst/>
          </a:prstGeom>
        </p:spPr>
      </p:pic>
      <p:sp>
        <p:nvSpPr>
          <p:cNvPr id="15" name="Rectangle 14">
            <a:extLst>
              <a:ext uri="{FF2B5EF4-FFF2-40B4-BE49-F238E27FC236}">
                <a16:creationId xmlns:a16="http://schemas.microsoft.com/office/drawing/2014/main" id="{3FE567C8-663E-FE17-85D4-2782B3A47656}"/>
              </a:ext>
            </a:extLst>
          </p:cNvPr>
          <p:cNvSpPr/>
          <p:nvPr userDrawn="1"/>
        </p:nvSpPr>
        <p:spPr>
          <a:xfrm>
            <a:off x="0" y="0"/>
            <a:ext cx="12192000" cy="6858000"/>
          </a:xfrm>
          <a:prstGeom prst="rect">
            <a:avLst/>
          </a:prstGeom>
          <a:gradFill>
            <a:gsLst>
              <a:gs pos="0">
                <a:srgbClr val="1E49E2">
                  <a:alpha val="58000"/>
                </a:srgbClr>
              </a:gs>
              <a:gs pos="100000">
                <a:srgbClr val="7213EA"/>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0" name="Shape 8">
            <a:extLst>
              <a:ext uri="{FF2B5EF4-FFF2-40B4-BE49-F238E27FC236}">
                <a16:creationId xmlns:a16="http://schemas.microsoft.com/office/drawing/2014/main" id="{9DE40E46-4154-15A8-3DD7-7135EFD3EB85}"/>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17799358-DF1A-2CD0-6099-E515139FEDE9}"/>
              </a:ext>
              <a:ext uri="{C183D7F6-B498-43B3-948B-1728B52AA6E4}">
                <adec:decorative xmlns:adec="http://schemas.microsoft.com/office/drawing/2017/decorative" val="1"/>
              </a:ext>
            </a:extLst>
          </p:cNvPr>
          <p:cNvSpPr txBox="1"/>
          <p:nvPr userDrawn="1"/>
        </p:nvSpPr>
        <p:spPr>
          <a:xfrm>
            <a:off x="1885684" y="6266997"/>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 Delaware limited liability partnership and a member firm of the KPMG global organization of independent member firms affiliated with KPMG International Limited, a private English company limited by guarantee. All rights reserved. USCS013684-1A</a:t>
            </a:r>
          </a:p>
        </p:txBody>
      </p:sp>
      <p:sp>
        <p:nvSpPr>
          <p:cNvPr id="12" name="Graphic 8">
            <a:extLst>
              <a:ext uri="{FF2B5EF4-FFF2-40B4-BE49-F238E27FC236}">
                <a16:creationId xmlns:a16="http://schemas.microsoft.com/office/drawing/2014/main" id="{8BEA624F-35A0-A2B2-D06C-64D93EA528EF}"/>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2" name="Title 1">
            <a:extLst>
              <a:ext uri="{FF2B5EF4-FFF2-40B4-BE49-F238E27FC236}">
                <a16:creationId xmlns:a16="http://schemas.microsoft.com/office/drawing/2014/main" id="{32C06C60-BBAD-4B44-9D69-536848922030}"/>
              </a:ext>
            </a:extLst>
          </p:cNvPr>
          <p:cNvSpPr>
            <a:spLocks noGrp="1"/>
          </p:cNvSpPr>
          <p:nvPr userDrawn="1">
            <p:ph type="title"/>
          </p:nvPr>
        </p:nvSpPr>
        <p:spPr/>
        <p:txBody>
          <a:bodyPr/>
          <a:lstStyle>
            <a:lvl1pPr>
              <a:defRPr>
                <a:gradFill>
                  <a:gsLst>
                    <a:gs pos="0">
                      <a:srgbClr val="00B8F5"/>
                    </a:gs>
                    <a:gs pos="100000">
                      <a:srgbClr val="ACEAFF"/>
                    </a:gs>
                  </a:gsLst>
                  <a:lin ang="0" scaled="1"/>
                </a:gradFill>
              </a:defRPr>
            </a:lvl1pPr>
          </a:lstStyle>
          <a:p>
            <a:r>
              <a:rPr lang="en-US"/>
              <a:t>Click to edit Master title style</a:t>
            </a:r>
            <a:endParaRPr lang="en-GB"/>
          </a:p>
        </p:txBody>
      </p:sp>
    </p:spTree>
    <p:extLst>
      <p:ext uri="{BB962C8B-B14F-4D97-AF65-F5344CB8AC3E}">
        <p14:creationId xmlns:p14="http://schemas.microsoft.com/office/powerpoint/2010/main" val="195794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7953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47D3C9D-F1D9-4D83-8405-0F801E26817D}"/>
              </a:ext>
            </a:extLst>
          </p:cNvPr>
          <p:cNvSpPr>
            <a:spLocks noChangeAspect="1"/>
          </p:cNvSpPr>
          <p:nvPr userDrawn="1"/>
        </p:nvSpPr>
        <p:spPr>
          <a:xfrm>
            <a:off x="999067" y="1263839"/>
            <a:ext cx="8438341" cy="439618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7" name="Title 1">
            <a:extLst>
              <a:ext uri="{FF2B5EF4-FFF2-40B4-BE49-F238E27FC236}">
                <a16:creationId xmlns:a16="http://schemas.microsoft.com/office/drawing/2014/main" id="{79AD7088-EDB1-43A3-BCB3-0FEDC99E3256}"/>
              </a:ext>
            </a:extLst>
          </p:cNvPr>
          <p:cNvSpPr>
            <a:spLocks noGrp="1"/>
          </p:cNvSpPr>
          <p:nvPr>
            <p:ph type="ctrTitle" hasCustomPrompt="1"/>
          </p:nvPr>
        </p:nvSpPr>
        <p:spPr>
          <a:xfrm>
            <a:off x="1328150" y="1514264"/>
            <a:ext cx="7775759" cy="288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6B20E3E2-C475-4230-9CC4-4FC30DB17C85}"/>
              </a:ext>
            </a:extLst>
          </p:cNvPr>
          <p:cNvSpPr>
            <a:spLocks noGrp="1"/>
          </p:cNvSpPr>
          <p:nvPr>
            <p:ph type="body" sz="quarter" idx="11"/>
          </p:nvPr>
        </p:nvSpPr>
        <p:spPr>
          <a:xfrm>
            <a:off x="1328150" y="4602703"/>
            <a:ext cx="7775759"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id="{B0D0288E-06CE-4638-82E1-02D75D58A3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349225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D11141-B40A-46CB-8C61-81DDE221FE5D}"/>
              </a:ext>
            </a:extLst>
          </p:cNvPr>
          <p:cNvSpPr>
            <a:spLocks noChangeAspect="1"/>
          </p:cNvSpPr>
          <p:nvPr userDrawn="1"/>
        </p:nvSpPr>
        <p:spPr>
          <a:xfrm>
            <a:off x="999067" y="1263838"/>
            <a:ext cx="4388557" cy="47432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A7867E50-BF34-4013-B459-41448BAB225C}"/>
              </a:ext>
            </a:extLst>
          </p:cNvPr>
          <p:cNvSpPr>
            <a:spLocks noGrp="1"/>
          </p:cNvSpPr>
          <p:nvPr>
            <p:ph type="ctrTitle" hasCustomPrompt="1"/>
          </p:nvPr>
        </p:nvSpPr>
        <p:spPr>
          <a:xfrm>
            <a:off x="1328149" y="1514264"/>
            <a:ext cx="3730684" cy="32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3280408F-9E51-4F9B-94C4-6F3A3FBD24F7}"/>
              </a:ext>
            </a:extLst>
          </p:cNvPr>
          <p:cNvSpPr>
            <a:spLocks noGrp="1"/>
          </p:cNvSpPr>
          <p:nvPr>
            <p:ph type="body" sz="quarter" idx="11"/>
          </p:nvPr>
        </p:nvSpPr>
        <p:spPr>
          <a:xfrm>
            <a:off x="1328150" y="4953636"/>
            <a:ext cx="3730684"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BD9B31D1-42A2-4A0D-A8FC-1A425F027A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4049572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BDB287-5E22-4504-9244-3821B98C05A3}"/>
              </a:ext>
            </a:extLst>
          </p:cNvPr>
          <p:cNvSpPr>
            <a:spLocks noChangeAspect="1"/>
          </p:cNvSpPr>
          <p:nvPr userDrawn="1"/>
        </p:nvSpPr>
        <p:spPr>
          <a:xfrm>
            <a:off x="2876249" y="313438"/>
            <a:ext cx="8323035" cy="4332804"/>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10" name="Title 1">
            <a:extLst>
              <a:ext uri="{FF2B5EF4-FFF2-40B4-BE49-F238E27FC236}">
                <a16:creationId xmlns:a16="http://schemas.microsoft.com/office/drawing/2014/main" id="{21A1CDC1-2E26-4722-BB78-D965EB673000}"/>
              </a:ext>
            </a:extLst>
          </p:cNvPr>
          <p:cNvSpPr>
            <a:spLocks noGrp="1"/>
          </p:cNvSpPr>
          <p:nvPr>
            <p:ph type="ctrTitle" hasCustomPrompt="1"/>
          </p:nvPr>
        </p:nvSpPr>
        <p:spPr>
          <a:xfrm>
            <a:off x="3202158" y="560114"/>
            <a:ext cx="7675268" cy="288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2" name="Text Placeholder 3">
            <a:extLst>
              <a:ext uri="{FF2B5EF4-FFF2-40B4-BE49-F238E27FC236}">
                <a16:creationId xmlns:a16="http://schemas.microsoft.com/office/drawing/2014/main" id="{53C698CC-97B7-45DE-AA75-CA3F0C4CF34A}"/>
              </a:ext>
            </a:extLst>
          </p:cNvPr>
          <p:cNvSpPr>
            <a:spLocks noGrp="1"/>
          </p:cNvSpPr>
          <p:nvPr>
            <p:ph type="body" sz="quarter" idx="11"/>
          </p:nvPr>
        </p:nvSpPr>
        <p:spPr>
          <a:xfrm>
            <a:off x="3202158" y="3582823"/>
            <a:ext cx="7675268"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id="{12B72E16-3CB3-49AC-9B2E-56ECC2BE96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3673355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3C44D8B-17CD-4454-B36D-72741332159F}"/>
              </a:ext>
            </a:extLst>
          </p:cNvPr>
          <p:cNvSpPr>
            <a:spLocks noChangeAspect="1"/>
          </p:cNvSpPr>
          <p:nvPr userDrawn="1"/>
        </p:nvSpPr>
        <p:spPr>
          <a:xfrm>
            <a:off x="5922957" y="313438"/>
            <a:ext cx="5276328" cy="56936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2D3C3EE5-C1E7-4D94-8929-0FA5FFFE0EDC}"/>
              </a:ext>
            </a:extLst>
          </p:cNvPr>
          <p:cNvSpPr>
            <a:spLocks noGrp="1"/>
          </p:cNvSpPr>
          <p:nvPr>
            <p:ph type="ctrTitle" hasCustomPrompt="1"/>
          </p:nvPr>
        </p:nvSpPr>
        <p:spPr>
          <a:xfrm>
            <a:off x="6245689" y="556419"/>
            <a:ext cx="4628561" cy="41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2A5C960A-C74B-42B5-A237-47F1B97FD3E8}"/>
              </a:ext>
            </a:extLst>
          </p:cNvPr>
          <p:cNvSpPr>
            <a:spLocks noGrp="1"/>
          </p:cNvSpPr>
          <p:nvPr>
            <p:ph type="body" sz="quarter" idx="11"/>
          </p:nvPr>
        </p:nvSpPr>
        <p:spPr>
          <a:xfrm>
            <a:off x="6245689" y="4949907"/>
            <a:ext cx="4628561"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4BB4E646-8E32-4794-BD3E-E767603FBC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31326438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7651111" y="1263838"/>
            <a:ext cx="3548173"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7651111" y="4881887"/>
            <a:ext cx="3548173"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994833" y="1263839"/>
            <a:ext cx="5806099" cy="302253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F060AC1F-823B-423D-80EF-C95EEC3DFE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51111" y="313438"/>
            <a:ext cx="1048587" cy="316800"/>
          </a:xfrm>
          <a:prstGeom prst="rect">
            <a:avLst/>
          </a:prstGeom>
        </p:spPr>
      </p:pic>
    </p:spTree>
    <p:extLst>
      <p:ext uri="{BB962C8B-B14F-4D97-AF65-F5344CB8AC3E}">
        <p14:creationId xmlns:p14="http://schemas.microsoft.com/office/powerpoint/2010/main" val="192455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5943114" y="1263838"/>
            <a:ext cx="5254052"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5943114" y="4881887"/>
            <a:ext cx="5254052"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994834" y="1263839"/>
            <a:ext cx="4103481" cy="442804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5638D828-F203-4122-8387-83B5C7962F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43115" y="313438"/>
            <a:ext cx="1048587" cy="316800"/>
          </a:xfrm>
          <a:prstGeom prst="rect">
            <a:avLst/>
          </a:prstGeom>
        </p:spPr>
      </p:pic>
    </p:spTree>
    <p:extLst>
      <p:ext uri="{BB962C8B-B14F-4D97-AF65-F5344CB8AC3E}">
        <p14:creationId xmlns:p14="http://schemas.microsoft.com/office/powerpoint/2010/main" val="12410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999067" y="1263838"/>
            <a:ext cx="3548173"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999067" y="4881887"/>
            <a:ext cx="3548173"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5392040" y="1263839"/>
            <a:ext cx="5806099" cy="3022538"/>
          </a:xfrm>
          <a:solidFill>
            <a:schemeClr val="accent2"/>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B5699398-41B8-46F6-A97E-83496DC7B1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3327027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999067" y="1263838"/>
            <a:ext cx="5254052"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999067" y="4881887"/>
            <a:ext cx="5254052"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7093686" y="1263839"/>
            <a:ext cx="4103481" cy="4428048"/>
          </a:xfrm>
          <a:solidFill>
            <a:schemeClr val="accent2"/>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7" name="Graphic 6">
            <a:extLst>
              <a:ext uri="{FF2B5EF4-FFF2-40B4-BE49-F238E27FC236}">
                <a16:creationId xmlns:a16="http://schemas.microsoft.com/office/drawing/2014/main" id="{4E44907E-8D0D-4F59-8361-80E6BF8CFF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2290215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962685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4" name="Shape 8">
            <a:extLst>
              <a:ext uri="{FF2B5EF4-FFF2-40B4-BE49-F238E27FC236}">
                <a16:creationId xmlns:a16="http://schemas.microsoft.com/office/drawing/2014/main" id="{BF3EE6B2-98D1-468B-AFB3-FE0E71BA876F}"/>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1F266099-F3A7-402A-977F-D2FBFBA32AD4}"/>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7" name="Straight Connector 6">
            <a:extLst>
              <a:ext uri="{FF2B5EF4-FFF2-40B4-BE49-F238E27FC236}">
                <a16:creationId xmlns:a16="http://schemas.microsoft.com/office/drawing/2014/main" id="{55B5E17A-7B9F-48AB-9B8A-1D42A3F1EEDC}"/>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6B6CB12A-A729-4035-9346-5ED5C80AEE4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6" name="TextBox 5">
            <a:extLst>
              <a:ext uri="{FF2B5EF4-FFF2-40B4-BE49-F238E27FC236}">
                <a16:creationId xmlns:a16="http://schemas.microsoft.com/office/drawing/2014/main" id="{261F9925-F8B6-4EC0-B8E7-807D733BD257}"/>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2486944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101856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1285949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101856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1C0833AE-7386-47DB-9FF2-9657C92CA91E}"/>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0EA28FC-699E-47A2-B686-35545E592C47}"/>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0A63A1AD-6737-4826-AFEA-0CE2D4869EB0}"/>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748654B-09CA-45C1-B0DD-0606A426D3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7" name="TextBox 6">
            <a:extLst>
              <a:ext uri="{FF2B5EF4-FFF2-40B4-BE49-F238E27FC236}">
                <a16:creationId xmlns:a16="http://schemas.microsoft.com/office/drawing/2014/main" id="{E9963727-E8C9-426A-ACA4-1C6554BC6D72}"/>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1007600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200" y="432000"/>
            <a:ext cx="10185600" cy="779263"/>
          </a:xfrm>
        </p:spPr>
        <p:txBody>
          <a:bodyPr/>
          <a:lstStyle>
            <a:lvl1pPr>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1003200" y="1457325"/>
            <a:ext cx="10185600" cy="434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888362544"/>
      </p:ext>
    </p:extLst>
  </p:cSld>
  <p:clrMapOvr>
    <a:masterClrMapping/>
  </p:clrMapOvr>
  <p:extLst>
    <p:ext uri="{DCECCB84-F9BA-43D5-87BE-67443E8EF086}">
      <p15:sldGuideLst xmlns:p15="http://schemas.microsoft.com/office/powerpoint/2012/main">
        <p15:guide id="1" orient="horz" pos="918">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200" y="432000"/>
            <a:ext cx="10185600" cy="779263"/>
          </a:xfrm>
        </p:spPr>
        <p:txBody>
          <a:bodyPr/>
          <a:lstStyle>
            <a:lvl1pPr>
              <a:defRPr>
                <a:solidFill>
                  <a:schemeClr val="bg1"/>
                </a:solidFill>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1003200" y="1457325"/>
            <a:ext cx="10185600" cy="43465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782C517A-B876-41CE-B5E0-1F57CCD0CE41}"/>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F1EFD06C-81CD-41D0-AEB1-3A254A7EA079}"/>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00D8E809-685D-427B-8CE3-C84863878EC5}"/>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4D4A7ED3-6D96-4E1C-AEDA-BD2319D81E5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7" name="TextBox 6">
            <a:extLst>
              <a:ext uri="{FF2B5EF4-FFF2-40B4-BE49-F238E27FC236}">
                <a16:creationId xmlns:a16="http://schemas.microsoft.com/office/drawing/2014/main" id="{4AD34DC5-5F04-43AB-98E3-C3D7670EC49B}"/>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443904220"/>
      </p:ext>
    </p:extLst>
  </p:cSld>
  <p:clrMapOvr>
    <a:masterClrMapping/>
  </p:clrMapOvr>
  <p:extLst>
    <p:ext uri="{DCECCB84-F9BA-43D5-87BE-67443E8EF086}">
      <p15:sldGuideLst xmlns:p15="http://schemas.microsoft.com/office/powerpoint/2012/main">
        <p15:guide id="1" orient="horz" pos="918">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4968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6220800" y="1209601"/>
            <a:ext cx="4968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560467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4968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6220800" y="1209601"/>
            <a:ext cx="4968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hape 8">
            <a:extLst>
              <a:ext uri="{FF2B5EF4-FFF2-40B4-BE49-F238E27FC236}">
                <a16:creationId xmlns:a16="http://schemas.microsoft.com/office/drawing/2014/main" id="{CCDEA53B-91E3-466E-B366-434ABBBE1D61}"/>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7" name="TextBox 6">
            <a:extLst>
              <a:ext uri="{FF2B5EF4-FFF2-40B4-BE49-F238E27FC236}">
                <a16:creationId xmlns:a16="http://schemas.microsoft.com/office/drawing/2014/main" id="{4D98E59B-0AD1-406C-BFC4-CE85C2225EBD}"/>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10" name="Straight Connector 9">
            <a:extLst>
              <a:ext uri="{FF2B5EF4-FFF2-40B4-BE49-F238E27FC236}">
                <a16:creationId xmlns:a16="http://schemas.microsoft.com/office/drawing/2014/main" id="{2BDA7980-EB11-48EC-8B0C-64FEE5F09A8F}"/>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499502BE-C8A6-4A0B-921A-0DBDE5F956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8" name="TextBox 7">
            <a:extLst>
              <a:ext uri="{FF2B5EF4-FFF2-40B4-BE49-F238E27FC236}">
                <a16:creationId xmlns:a16="http://schemas.microsoft.com/office/drawing/2014/main" id="{0A9ED18C-5906-4DB7-8238-DAC47384A7FF}"/>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12617617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4968000" cy="4594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3"/>
          </p:nvPr>
        </p:nvSpPr>
        <p:spPr>
          <a:xfrm>
            <a:off x="6220800" y="1209600"/>
            <a:ext cx="4968000" cy="45936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11112656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0" y="1209600"/>
            <a:ext cx="101856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Chart Placeholder 4"/>
          <p:cNvSpPr>
            <a:spLocks noGrp="1"/>
          </p:cNvSpPr>
          <p:nvPr>
            <p:ph type="chart" sz="quarter" idx="11"/>
          </p:nvPr>
        </p:nvSpPr>
        <p:spPr>
          <a:xfrm>
            <a:off x="1003200" y="3607200"/>
            <a:ext cx="10185600" cy="21960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18899175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5" name="Chart Placeholder 4"/>
          <p:cNvSpPr>
            <a:spLocks noGrp="1"/>
          </p:cNvSpPr>
          <p:nvPr>
            <p:ph type="chart" sz="quarter" idx="11"/>
          </p:nvPr>
        </p:nvSpPr>
        <p:spPr>
          <a:xfrm>
            <a:off x="6220800" y="1209600"/>
            <a:ext cx="4968000" cy="4593600"/>
          </a:xfrm>
        </p:spPr>
        <p:txBody>
          <a:bodyPr anchor="ctr"/>
          <a:lstStyle>
            <a:lvl1pPr algn="ctr">
              <a:defRPr/>
            </a:lvl1pPr>
          </a:lstStyle>
          <a:p>
            <a:r>
              <a:rPr lang="en-US"/>
              <a:t>Click icon to add chart</a:t>
            </a:r>
            <a:endParaRPr lang="en-GB" dirty="0"/>
          </a:p>
        </p:txBody>
      </p:sp>
      <p:sp>
        <p:nvSpPr>
          <p:cNvPr id="6" name="Chart Placeholder 4"/>
          <p:cNvSpPr>
            <a:spLocks noGrp="1"/>
          </p:cNvSpPr>
          <p:nvPr>
            <p:ph type="chart" sz="quarter" idx="12"/>
          </p:nvPr>
        </p:nvSpPr>
        <p:spPr>
          <a:xfrm>
            <a:off x="1003200" y="1209600"/>
            <a:ext cx="4968000" cy="4593600"/>
          </a:xfrm>
        </p:spPr>
        <p:txBody>
          <a:bodyPr anchor="ctr"/>
          <a:lstStyle>
            <a:lvl1pPr algn="ctr">
              <a:defRPr/>
            </a:lvl1pPr>
          </a:lstStyle>
          <a:p>
            <a:r>
              <a:rPr lang="en-US"/>
              <a:t>Click icon to add chart</a:t>
            </a:r>
            <a:endParaRPr lang="en-GB" dirty="0"/>
          </a:p>
        </p:txBody>
      </p:sp>
    </p:spTree>
    <p:extLst>
      <p:ext uri="{BB962C8B-B14F-4D97-AF65-F5344CB8AC3E}">
        <p14:creationId xmlns:p14="http://schemas.microsoft.com/office/powerpoint/2010/main" val="39260379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5" name="Chart Placeholder 4"/>
          <p:cNvSpPr>
            <a:spLocks noGrp="1"/>
          </p:cNvSpPr>
          <p:nvPr>
            <p:ph type="chart" sz="quarter" idx="11"/>
          </p:nvPr>
        </p:nvSpPr>
        <p:spPr>
          <a:xfrm>
            <a:off x="4502400" y="3607200"/>
            <a:ext cx="3187200" cy="2196000"/>
          </a:xfrm>
        </p:spPr>
        <p:txBody>
          <a:bodyPr anchor="ctr"/>
          <a:lstStyle>
            <a:lvl1pPr algn="ctr">
              <a:defRPr/>
            </a:lvl1pPr>
          </a:lstStyle>
          <a:p>
            <a:r>
              <a:rPr lang="en-US"/>
              <a:t>Click icon to add chart</a:t>
            </a:r>
            <a:endParaRPr lang="en-GB" dirty="0"/>
          </a:p>
        </p:txBody>
      </p:sp>
      <p:sp>
        <p:nvSpPr>
          <p:cNvPr id="6" name="Chart Placeholder 4"/>
          <p:cNvSpPr>
            <a:spLocks noGrp="1"/>
          </p:cNvSpPr>
          <p:nvPr>
            <p:ph type="chart" sz="quarter" idx="12"/>
          </p:nvPr>
        </p:nvSpPr>
        <p:spPr>
          <a:xfrm>
            <a:off x="1003200" y="3607200"/>
            <a:ext cx="3187200" cy="2196000"/>
          </a:xfrm>
        </p:spPr>
        <p:txBody>
          <a:bodyPr anchor="ctr"/>
          <a:lstStyle>
            <a:lvl1pPr algn="ctr">
              <a:defRPr/>
            </a:lvl1pPr>
          </a:lstStyle>
          <a:p>
            <a:r>
              <a:rPr lang="en-US"/>
              <a:t>Click icon to add chart</a:t>
            </a:r>
            <a:endParaRPr lang="en-GB" dirty="0"/>
          </a:p>
        </p:txBody>
      </p:sp>
      <p:sp>
        <p:nvSpPr>
          <p:cNvPr id="7" name="Text Placeholder 8"/>
          <p:cNvSpPr>
            <a:spLocks noGrp="1"/>
          </p:cNvSpPr>
          <p:nvPr>
            <p:ph type="body" sz="quarter" idx="10"/>
          </p:nvPr>
        </p:nvSpPr>
        <p:spPr>
          <a:xfrm>
            <a:off x="1003200" y="1209600"/>
            <a:ext cx="31872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Chart Placeholder 4"/>
          <p:cNvSpPr>
            <a:spLocks noGrp="1"/>
          </p:cNvSpPr>
          <p:nvPr>
            <p:ph type="chart" sz="quarter" idx="13"/>
          </p:nvPr>
        </p:nvSpPr>
        <p:spPr>
          <a:xfrm>
            <a:off x="8001600" y="3607200"/>
            <a:ext cx="3187200" cy="2196000"/>
          </a:xfrm>
        </p:spPr>
        <p:txBody>
          <a:bodyPr anchor="ctr"/>
          <a:lstStyle>
            <a:lvl1pPr algn="ctr">
              <a:defRPr/>
            </a:lvl1pPr>
          </a:lstStyle>
          <a:p>
            <a:r>
              <a:rPr lang="en-US"/>
              <a:t>Click icon to add chart</a:t>
            </a:r>
            <a:endParaRPr lang="en-GB" dirty="0"/>
          </a:p>
        </p:txBody>
      </p:sp>
      <p:sp>
        <p:nvSpPr>
          <p:cNvPr id="9" name="Text Placeholder 8"/>
          <p:cNvSpPr>
            <a:spLocks noGrp="1"/>
          </p:cNvSpPr>
          <p:nvPr>
            <p:ph type="body" sz="quarter" idx="14"/>
          </p:nvPr>
        </p:nvSpPr>
        <p:spPr>
          <a:xfrm>
            <a:off x="4502400" y="1209600"/>
            <a:ext cx="31872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15"/>
          </p:nvPr>
        </p:nvSpPr>
        <p:spPr>
          <a:xfrm>
            <a:off x="8001600" y="1209600"/>
            <a:ext cx="3187200"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9238235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1"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080402"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113456"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172766"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994833" y="1222512"/>
            <a:ext cx="1956723"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3054144" y="1222512"/>
            <a:ext cx="1956723"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113455" y="1222512"/>
            <a:ext cx="1956723"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72765" y="1222512"/>
            <a:ext cx="1956723"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9232077" y="1222512"/>
            <a:ext cx="1956723"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9232078"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620266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accent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1"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080402"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113456"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172766"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994833" y="1222512"/>
            <a:ext cx="195672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3054144" y="1222512"/>
            <a:ext cx="195672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113455" y="1222512"/>
            <a:ext cx="195672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72765" y="1222512"/>
            <a:ext cx="195672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9232077" y="1222512"/>
            <a:ext cx="195672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9232078" y="1827313"/>
            <a:ext cx="1671937"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281555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5 Columns - Top Bann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293AC-1607-44C9-88BD-BAA65BD58AC3}"/>
              </a:ext>
            </a:extLst>
          </p:cNvPr>
          <p:cNvSpPr/>
          <p:nvPr userDrawn="1"/>
        </p:nvSpPr>
        <p:spPr>
          <a:xfrm>
            <a:off x="0" y="1"/>
            <a:ext cx="12192000" cy="265442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921388"/>
            <a:ext cx="1870928"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081868" y="1921388"/>
            <a:ext cx="1870928"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5160536" y="1921388"/>
            <a:ext cx="1870928"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7239204" y="1921388"/>
            <a:ext cx="1870928"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8"/>
          <p:cNvSpPr>
            <a:spLocks noGrp="1"/>
          </p:cNvSpPr>
          <p:nvPr>
            <p:ph type="body" sz="quarter" idx="19"/>
          </p:nvPr>
        </p:nvSpPr>
        <p:spPr>
          <a:xfrm>
            <a:off x="9317872" y="1921388"/>
            <a:ext cx="1870928"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7E12C1BE-95EF-457B-9290-2B97E3CEC031}"/>
              </a:ext>
            </a:extLst>
          </p:cNvPr>
          <p:cNvSpPr>
            <a:spLocks noGrp="1"/>
          </p:cNvSpPr>
          <p:nvPr>
            <p:ph type="body" sz="quarter" idx="20"/>
          </p:nvPr>
        </p:nvSpPr>
        <p:spPr>
          <a:xfrm>
            <a:off x="1003300" y="1211263"/>
            <a:ext cx="10195984" cy="449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10095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ocess 4 Columns - Top Bann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293AC-1607-44C9-88BD-BAA65BD58AC3}"/>
              </a:ext>
            </a:extLst>
          </p:cNvPr>
          <p:cNvSpPr/>
          <p:nvPr userDrawn="1"/>
        </p:nvSpPr>
        <p:spPr>
          <a:xfrm>
            <a:off x="0" y="0"/>
            <a:ext cx="12192000" cy="265320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err="1">
              <a:solidFill>
                <a:schemeClr val="bg1"/>
              </a:solidFill>
            </a:endParaRPr>
          </a:p>
        </p:txBody>
      </p:sp>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921388"/>
            <a:ext cx="2396027"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603220" y="1921388"/>
            <a:ext cx="2396027"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6203240" y="1921388"/>
            <a:ext cx="2396027"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8803259" y="1921388"/>
            <a:ext cx="2396027" cy="3882437"/>
          </a:xfrm>
          <a:solidFill>
            <a:schemeClr val="bg1"/>
          </a:solidFill>
          <a:ln>
            <a:solidFill>
              <a:schemeClr val="accent1"/>
            </a:solid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7E12C1BE-95EF-457B-9290-2B97E3CEC031}"/>
              </a:ext>
            </a:extLst>
          </p:cNvPr>
          <p:cNvSpPr>
            <a:spLocks noGrp="1"/>
          </p:cNvSpPr>
          <p:nvPr>
            <p:ph type="body" sz="quarter" idx="20"/>
          </p:nvPr>
        </p:nvSpPr>
        <p:spPr>
          <a:xfrm>
            <a:off x="1003300" y="1211263"/>
            <a:ext cx="10195984" cy="4492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65683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9" name="Text Placeholder 8"/>
          <p:cNvSpPr>
            <a:spLocks noGrp="1"/>
          </p:cNvSpPr>
          <p:nvPr>
            <p:ph type="body" sz="quarter" idx="10"/>
          </p:nvPr>
        </p:nvSpPr>
        <p:spPr>
          <a:xfrm>
            <a:off x="1003201"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564054"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6133274"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8702496"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994833" y="1222512"/>
            <a:ext cx="2486307"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3564053" y="1222512"/>
            <a:ext cx="2486307"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6133273" y="1222512"/>
            <a:ext cx="2486307"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8702495" y="1222512"/>
            <a:ext cx="2486307" cy="604800"/>
          </a:xfrm>
          <a:prstGeom prst="homePlate">
            <a:avLst>
              <a:gd name="adj" fmla="val 34200"/>
            </a:avLst>
          </a:prstGeom>
          <a:solidFill>
            <a:schemeClr val="tx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4488698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accent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1"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3564054"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p:cNvSpPr>
            <a:spLocks noGrp="1"/>
          </p:cNvSpPr>
          <p:nvPr>
            <p:ph type="body" sz="quarter" idx="12"/>
          </p:nvPr>
        </p:nvSpPr>
        <p:spPr>
          <a:xfrm>
            <a:off x="6133274"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8"/>
          <p:cNvSpPr>
            <a:spLocks noGrp="1"/>
          </p:cNvSpPr>
          <p:nvPr>
            <p:ph type="body" sz="quarter" idx="13"/>
          </p:nvPr>
        </p:nvSpPr>
        <p:spPr>
          <a:xfrm>
            <a:off x="8702496" y="1827313"/>
            <a:ext cx="2192761" cy="39765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3" name="Text Placeholder 12"/>
          <p:cNvSpPr>
            <a:spLocks noGrp="1"/>
          </p:cNvSpPr>
          <p:nvPr>
            <p:ph type="body" sz="quarter" idx="14" hasCustomPrompt="1"/>
          </p:nvPr>
        </p:nvSpPr>
        <p:spPr>
          <a:xfrm>
            <a:off x="994833" y="1222512"/>
            <a:ext cx="248630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3564053" y="1222512"/>
            <a:ext cx="248630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6133273" y="1222512"/>
            <a:ext cx="248630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8702495" y="1222512"/>
            <a:ext cx="248630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2235399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tx2"/>
                </a:solidFill>
              </a:defRPr>
            </a:lvl1pPr>
          </a:lstStyle>
          <a:p>
            <a:r>
              <a:rPr lang="en-US"/>
              <a:t>Click to edit Master title style</a:t>
            </a:r>
            <a:endParaRPr lang="en-US" dirty="0"/>
          </a:p>
        </p:txBody>
      </p:sp>
      <p:sp>
        <p:nvSpPr>
          <p:cNvPr id="16" name="Text Placeholder 10"/>
          <p:cNvSpPr>
            <a:spLocks noGrp="1"/>
          </p:cNvSpPr>
          <p:nvPr>
            <p:ph type="body" sz="quarter" idx="21"/>
          </p:nvPr>
        </p:nvSpPr>
        <p:spPr bwMode="gray">
          <a:xfrm>
            <a:off x="4608000" y="2734375"/>
            <a:ext cx="2976000" cy="1548000"/>
          </a:xfrm>
          <a:prstGeom prst="rect">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8" name="Text Placeholder 37">
            <a:extLst>
              <a:ext uri="{FF2B5EF4-FFF2-40B4-BE49-F238E27FC236}">
                <a16:creationId xmlns:a16="http://schemas.microsoft.com/office/drawing/2014/main" id="{959D2011-ECCF-4C3B-AEA4-7C80B6F9F856}"/>
              </a:ext>
            </a:extLst>
          </p:cNvPr>
          <p:cNvSpPr>
            <a:spLocks noGrp="1"/>
          </p:cNvSpPr>
          <p:nvPr>
            <p:ph type="body" sz="quarter" idx="53"/>
          </p:nvPr>
        </p:nvSpPr>
        <p:spPr>
          <a:xfrm>
            <a:off x="1003347" y="1211262"/>
            <a:ext cx="4985725" cy="2189066"/>
          </a:xfrm>
          <a:custGeom>
            <a:avLst/>
            <a:gdLst>
              <a:gd name="connsiteX0" fmla="*/ 0 w 3739294"/>
              <a:gd name="connsiteY0" fmla="*/ 0 h 2189066"/>
              <a:gd name="connsiteX1" fmla="*/ 3739294 w 3739294"/>
              <a:gd name="connsiteY1" fmla="*/ 0 h 2189066"/>
              <a:gd name="connsiteX2" fmla="*/ 3739294 w 3739294"/>
              <a:gd name="connsiteY2" fmla="*/ 1361113 h 2189066"/>
              <a:gd name="connsiteX3" fmla="*/ 2541490 w 3739294"/>
              <a:gd name="connsiteY3" fmla="*/ 1361113 h 2189066"/>
              <a:gd name="connsiteX4" fmla="*/ 2541490 w 3739294"/>
              <a:gd name="connsiteY4" fmla="*/ 2189066 h 2189066"/>
              <a:gd name="connsiteX5" fmla="*/ 0 w 3739294"/>
              <a:gd name="connsiteY5" fmla="*/ 2189066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3739294" y="0"/>
                </a:lnTo>
                <a:lnTo>
                  <a:pt x="3739294" y="1361113"/>
                </a:lnTo>
                <a:lnTo>
                  <a:pt x="2541490" y="1361113"/>
                </a:lnTo>
                <a:lnTo>
                  <a:pt x="2541490" y="2189066"/>
                </a:lnTo>
                <a:lnTo>
                  <a:pt x="0" y="2189066"/>
                </a:lnTo>
                <a:close/>
              </a:path>
            </a:pathLst>
          </a:custGeom>
          <a:solidFill>
            <a:schemeClr val="accent1">
              <a:lumMod val="20000"/>
              <a:lumOff val="80000"/>
            </a:schemeClr>
          </a:solidFill>
          <a:ln w="12700">
            <a:noFill/>
          </a:ln>
        </p:spPr>
        <p:txBody>
          <a:bodyPr wrap="square" lIns="54000" tIns="54000" rIns="1332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1" name="Text Placeholder 40">
            <a:extLst>
              <a:ext uri="{FF2B5EF4-FFF2-40B4-BE49-F238E27FC236}">
                <a16:creationId xmlns:a16="http://schemas.microsoft.com/office/drawing/2014/main" id="{285C34CE-0040-4ED7-812A-EC82A47A56D7}"/>
              </a:ext>
            </a:extLst>
          </p:cNvPr>
          <p:cNvSpPr>
            <a:spLocks noGrp="1"/>
          </p:cNvSpPr>
          <p:nvPr>
            <p:ph type="body" sz="quarter" idx="54"/>
          </p:nvPr>
        </p:nvSpPr>
        <p:spPr>
          <a:xfrm>
            <a:off x="1003347" y="3616422"/>
            <a:ext cx="4985725" cy="2189066"/>
          </a:xfrm>
          <a:custGeom>
            <a:avLst/>
            <a:gdLst>
              <a:gd name="connsiteX0" fmla="*/ 0 w 3739294"/>
              <a:gd name="connsiteY0" fmla="*/ 0 h 2189066"/>
              <a:gd name="connsiteX1" fmla="*/ 2541490 w 3739294"/>
              <a:gd name="connsiteY1" fmla="*/ 0 h 2189066"/>
              <a:gd name="connsiteX2" fmla="*/ 2541490 w 3739294"/>
              <a:gd name="connsiteY2" fmla="*/ 827953 h 2189066"/>
              <a:gd name="connsiteX3" fmla="*/ 3739294 w 3739294"/>
              <a:gd name="connsiteY3" fmla="*/ 827953 h 2189066"/>
              <a:gd name="connsiteX4" fmla="*/ 3739294 w 3739294"/>
              <a:gd name="connsiteY4" fmla="*/ 2189066 h 2189066"/>
              <a:gd name="connsiteX5" fmla="*/ 0 w 3739294"/>
              <a:gd name="connsiteY5" fmla="*/ 2189066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2541490" y="0"/>
                </a:lnTo>
                <a:lnTo>
                  <a:pt x="2541490" y="827953"/>
                </a:lnTo>
                <a:lnTo>
                  <a:pt x="3739294" y="827953"/>
                </a:lnTo>
                <a:lnTo>
                  <a:pt x="3739294" y="2189066"/>
                </a:lnTo>
                <a:lnTo>
                  <a:pt x="0" y="2189066"/>
                </a:lnTo>
                <a:close/>
              </a:path>
            </a:pathLst>
          </a:custGeom>
          <a:solidFill>
            <a:schemeClr val="accent1">
              <a:lumMod val="20000"/>
              <a:lumOff val="80000"/>
            </a:schemeClr>
          </a:solidFill>
          <a:ln w="12700">
            <a:noFill/>
          </a:ln>
        </p:spPr>
        <p:txBody>
          <a:bodyPr wrap="square" lIns="54000" tIns="54000" rIns="1332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9" name="Text Placeholder 38">
            <a:extLst>
              <a:ext uri="{FF2B5EF4-FFF2-40B4-BE49-F238E27FC236}">
                <a16:creationId xmlns:a16="http://schemas.microsoft.com/office/drawing/2014/main" id="{62EF2175-0A38-4DE3-B808-279449EE3E0A}"/>
              </a:ext>
            </a:extLst>
          </p:cNvPr>
          <p:cNvSpPr>
            <a:spLocks noGrp="1"/>
          </p:cNvSpPr>
          <p:nvPr>
            <p:ph type="body" sz="quarter" idx="55"/>
          </p:nvPr>
        </p:nvSpPr>
        <p:spPr>
          <a:xfrm>
            <a:off x="6203076" y="1211262"/>
            <a:ext cx="4985725" cy="2189066"/>
          </a:xfrm>
          <a:custGeom>
            <a:avLst/>
            <a:gdLst>
              <a:gd name="connsiteX0" fmla="*/ 0 w 3739294"/>
              <a:gd name="connsiteY0" fmla="*/ 0 h 2189066"/>
              <a:gd name="connsiteX1" fmla="*/ 3739294 w 3739294"/>
              <a:gd name="connsiteY1" fmla="*/ 0 h 2189066"/>
              <a:gd name="connsiteX2" fmla="*/ 3739294 w 3739294"/>
              <a:gd name="connsiteY2" fmla="*/ 2189066 h 2189066"/>
              <a:gd name="connsiteX3" fmla="*/ 1197693 w 3739294"/>
              <a:gd name="connsiteY3" fmla="*/ 2189066 h 2189066"/>
              <a:gd name="connsiteX4" fmla="*/ 1197693 w 3739294"/>
              <a:gd name="connsiteY4" fmla="*/ 1361113 h 2189066"/>
              <a:gd name="connsiteX5" fmla="*/ 0 w 3739294"/>
              <a:gd name="connsiteY5" fmla="*/ 1361113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0" y="0"/>
                </a:moveTo>
                <a:lnTo>
                  <a:pt x="3739294" y="0"/>
                </a:lnTo>
                <a:lnTo>
                  <a:pt x="3739294" y="2189066"/>
                </a:lnTo>
                <a:lnTo>
                  <a:pt x="1197693" y="2189066"/>
                </a:lnTo>
                <a:lnTo>
                  <a:pt x="1197693" y="1361113"/>
                </a:lnTo>
                <a:lnTo>
                  <a:pt x="0" y="1361113"/>
                </a:lnTo>
                <a:close/>
              </a:path>
            </a:pathLst>
          </a:custGeom>
          <a:solidFill>
            <a:schemeClr val="accent1">
              <a:lumMod val="20000"/>
              <a:lumOff val="80000"/>
            </a:schemeClr>
          </a:solidFill>
          <a:ln w="12700">
            <a:noFill/>
          </a:ln>
        </p:spPr>
        <p:txBody>
          <a:bodyPr wrap="square" lIns="1332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Text Placeholder 39">
            <a:extLst>
              <a:ext uri="{FF2B5EF4-FFF2-40B4-BE49-F238E27FC236}">
                <a16:creationId xmlns:a16="http://schemas.microsoft.com/office/drawing/2014/main" id="{8DCD0C63-F3A2-4CCE-89ED-D659427AA31A}"/>
              </a:ext>
            </a:extLst>
          </p:cNvPr>
          <p:cNvSpPr>
            <a:spLocks noGrp="1"/>
          </p:cNvSpPr>
          <p:nvPr>
            <p:ph type="body" sz="quarter" idx="56"/>
          </p:nvPr>
        </p:nvSpPr>
        <p:spPr>
          <a:xfrm>
            <a:off x="6203076" y="3616422"/>
            <a:ext cx="4985725" cy="2189066"/>
          </a:xfrm>
          <a:custGeom>
            <a:avLst/>
            <a:gdLst>
              <a:gd name="connsiteX0" fmla="*/ 1197693 w 3739294"/>
              <a:gd name="connsiteY0" fmla="*/ 0 h 2189066"/>
              <a:gd name="connsiteX1" fmla="*/ 3739294 w 3739294"/>
              <a:gd name="connsiteY1" fmla="*/ 0 h 2189066"/>
              <a:gd name="connsiteX2" fmla="*/ 3739294 w 3739294"/>
              <a:gd name="connsiteY2" fmla="*/ 2189066 h 2189066"/>
              <a:gd name="connsiteX3" fmla="*/ 0 w 3739294"/>
              <a:gd name="connsiteY3" fmla="*/ 2189066 h 2189066"/>
              <a:gd name="connsiteX4" fmla="*/ 0 w 3739294"/>
              <a:gd name="connsiteY4" fmla="*/ 827953 h 2189066"/>
              <a:gd name="connsiteX5" fmla="*/ 1197693 w 3739294"/>
              <a:gd name="connsiteY5" fmla="*/ 827953 h 2189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39294" h="2189066">
                <a:moveTo>
                  <a:pt x="1197693" y="0"/>
                </a:moveTo>
                <a:lnTo>
                  <a:pt x="3739294" y="0"/>
                </a:lnTo>
                <a:lnTo>
                  <a:pt x="3739294" y="2189066"/>
                </a:lnTo>
                <a:lnTo>
                  <a:pt x="0" y="2189066"/>
                </a:lnTo>
                <a:lnTo>
                  <a:pt x="0" y="827953"/>
                </a:lnTo>
                <a:lnTo>
                  <a:pt x="1197693" y="827953"/>
                </a:lnTo>
                <a:close/>
              </a:path>
            </a:pathLst>
          </a:custGeom>
          <a:solidFill>
            <a:schemeClr val="accent1">
              <a:lumMod val="20000"/>
              <a:lumOff val="80000"/>
            </a:schemeClr>
          </a:solidFill>
          <a:ln w="12700">
            <a:noFill/>
          </a:ln>
        </p:spPr>
        <p:txBody>
          <a:bodyPr wrap="square" lIns="1332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9018931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19" name="Text Placeholder 8"/>
          <p:cNvSpPr>
            <a:spLocks noGrp="1"/>
          </p:cNvSpPr>
          <p:nvPr>
            <p:ph type="body" sz="quarter" idx="19"/>
          </p:nvPr>
        </p:nvSpPr>
        <p:spPr>
          <a:xfrm>
            <a:off x="1003200" y="1609825"/>
            <a:ext cx="4968000" cy="41940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1003200" y="1218880"/>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20800" y="1609825"/>
            <a:ext cx="4968000" cy="41940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6220800" y="1218880"/>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22468288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p>
            <a:r>
              <a:rPr lang="en-US"/>
              <a:t>Click to edit Master title style</a:t>
            </a:r>
            <a:endParaRPr lang="en-US" dirty="0"/>
          </a:p>
        </p:txBody>
      </p:sp>
      <p:sp>
        <p:nvSpPr>
          <p:cNvPr id="19" name="Text Placeholder 8"/>
          <p:cNvSpPr>
            <a:spLocks noGrp="1"/>
          </p:cNvSpPr>
          <p:nvPr>
            <p:ph type="body" sz="quarter" idx="19"/>
          </p:nvPr>
        </p:nvSpPr>
        <p:spPr>
          <a:xfrm>
            <a:off x="10032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1003200" y="1218880"/>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208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6220800" y="1218880"/>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10032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1003200" y="3628705"/>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62208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6220800" y="3628705"/>
            <a:ext cx="4968000" cy="388800"/>
          </a:xfrm>
          <a:solidFill>
            <a:schemeClr val="tx2"/>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Tree>
    <p:extLst>
      <p:ext uri="{BB962C8B-B14F-4D97-AF65-F5344CB8AC3E}">
        <p14:creationId xmlns:p14="http://schemas.microsoft.com/office/powerpoint/2010/main" val="14321543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19" name="Text Placeholder 8"/>
          <p:cNvSpPr>
            <a:spLocks noGrp="1"/>
          </p:cNvSpPr>
          <p:nvPr>
            <p:ph type="body" sz="quarter" idx="19"/>
          </p:nvPr>
        </p:nvSpPr>
        <p:spPr>
          <a:xfrm>
            <a:off x="10032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1003200" y="121888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208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6220800" y="121888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10032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1003200" y="3628705"/>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62208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6220800" y="3628705"/>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Shape 8">
            <a:extLst>
              <a:ext uri="{FF2B5EF4-FFF2-40B4-BE49-F238E27FC236}">
                <a16:creationId xmlns:a16="http://schemas.microsoft.com/office/drawing/2014/main" id="{DB1C4B43-FA0B-4D0C-8437-66F19EF1F34D}"/>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3" name="TextBox 12">
            <a:extLst>
              <a:ext uri="{FF2B5EF4-FFF2-40B4-BE49-F238E27FC236}">
                <a16:creationId xmlns:a16="http://schemas.microsoft.com/office/drawing/2014/main" id="{79E4239A-696B-40FB-8EA0-70E8FCE23614}"/>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15" name="Straight Connector 14">
            <a:extLst>
              <a:ext uri="{FF2B5EF4-FFF2-40B4-BE49-F238E27FC236}">
                <a16:creationId xmlns:a16="http://schemas.microsoft.com/office/drawing/2014/main" id="{C10010BD-37F2-4205-B603-26BE05D01DB4}"/>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26A36270-111B-47D1-A4BC-A201FCA819B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14" name="TextBox 13">
            <a:extLst>
              <a:ext uri="{FF2B5EF4-FFF2-40B4-BE49-F238E27FC236}">
                <a16:creationId xmlns:a16="http://schemas.microsoft.com/office/drawing/2014/main" id="{77841C22-7357-4553-B4DD-6E1B6CF69326}"/>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2119688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994834" y="1422400"/>
            <a:ext cx="7869767" cy="409997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1310285" y="2504375"/>
            <a:ext cx="6123448" cy="1623742"/>
          </a:xfrm>
        </p:spPr>
        <p:txBody>
          <a:bodyPr anchor="t" anchorCtr="0"/>
          <a:lstStyle>
            <a:lvl1pPr algn="l">
              <a:defRPr sz="6600">
                <a:solidFill>
                  <a:schemeClr val="bg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1310286" y="1553435"/>
            <a:ext cx="1195916" cy="722312"/>
          </a:xfrm>
        </p:spPr>
        <p:txBody>
          <a:bodyPr/>
          <a:lstStyle>
            <a:lvl1pPr>
              <a:lnSpc>
                <a:spcPct val="80000"/>
              </a:lnSpc>
              <a:defRPr sz="6000">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1310285" y="4465785"/>
            <a:ext cx="6123448" cy="810000"/>
          </a:xfrm>
        </p:spPr>
        <p:txBody>
          <a:bodyPr anchor="b"/>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371979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994834" y="1422400"/>
            <a:ext cx="7869767" cy="409997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1310285" y="2504375"/>
            <a:ext cx="6123448"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1310286" y="1553435"/>
            <a:ext cx="1195916"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1310285" y="4465785"/>
            <a:ext cx="6123448"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160847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8A131ED-15DF-49E2-88F8-BD22F6A42CF2}"/>
              </a:ext>
            </a:extLst>
          </p:cNvPr>
          <p:cNvSpPr>
            <a:spLocks/>
          </p:cNvSpPr>
          <p:nvPr userDrawn="1"/>
        </p:nvSpPr>
        <p:spPr>
          <a:xfrm>
            <a:off x="994834" y="1422400"/>
            <a:ext cx="7869767" cy="409997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1310285" y="2504375"/>
            <a:ext cx="6123448" cy="1623742"/>
          </a:xfrm>
        </p:spPr>
        <p:txBody>
          <a:bodyPr anchor="t" anchorCtr="0"/>
          <a:lstStyle>
            <a:lvl1pPr algn="l">
              <a:defRPr sz="6600">
                <a:solidFill>
                  <a:schemeClr val="tx2"/>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836EFA93-8BDA-4CEE-9492-BCAC7D96A594}"/>
              </a:ext>
            </a:extLst>
          </p:cNvPr>
          <p:cNvSpPr>
            <a:spLocks noGrp="1"/>
          </p:cNvSpPr>
          <p:nvPr>
            <p:ph type="body" sz="quarter" idx="10" hasCustomPrompt="1"/>
          </p:nvPr>
        </p:nvSpPr>
        <p:spPr>
          <a:xfrm>
            <a:off x="1310286" y="1553435"/>
            <a:ext cx="1195916" cy="722312"/>
          </a:xfrm>
        </p:spPr>
        <p:txBody>
          <a:bodyPr/>
          <a:lstStyle>
            <a:lvl1pPr>
              <a:lnSpc>
                <a:spcPct val="80000"/>
              </a:lnSpc>
              <a:defRPr sz="6000">
                <a:solidFill>
                  <a:schemeClr val="tx2"/>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00</a:t>
            </a:r>
          </a:p>
        </p:txBody>
      </p:sp>
      <p:sp>
        <p:nvSpPr>
          <p:cNvPr id="11" name="Text Placeholder 13">
            <a:extLst>
              <a:ext uri="{FF2B5EF4-FFF2-40B4-BE49-F238E27FC236}">
                <a16:creationId xmlns:a16="http://schemas.microsoft.com/office/drawing/2014/main" id="{B47020FA-A884-4E3E-885A-5D5189B2CA9D}"/>
              </a:ext>
            </a:extLst>
          </p:cNvPr>
          <p:cNvSpPr>
            <a:spLocks noGrp="1"/>
          </p:cNvSpPr>
          <p:nvPr>
            <p:ph type="body" sz="quarter" idx="11"/>
          </p:nvPr>
        </p:nvSpPr>
        <p:spPr>
          <a:xfrm>
            <a:off x="1310285" y="4465785"/>
            <a:ext cx="6123448" cy="810000"/>
          </a:xfrm>
        </p:spPr>
        <p:txBody>
          <a:bodyPr anchor="b"/>
          <a:lstStyle>
            <a:lvl1pPr>
              <a:defRPr>
                <a:solidFill>
                  <a:schemeClr val="tx2"/>
                </a:solidFill>
              </a:defRPr>
            </a:lvl1pPr>
            <a:lvl2pPr>
              <a:defRPr>
                <a:solidFill>
                  <a:schemeClr val="tx2"/>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1793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9F6308-3807-44EC-BBE8-A9C8A9430A2C}"/>
              </a:ext>
            </a:extLst>
          </p:cNvPr>
          <p:cNvSpPr>
            <a:spLocks noChangeAspect="1"/>
          </p:cNvSpPr>
          <p:nvPr userDrawn="1"/>
        </p:nvSpPr>
        <p:spPr>
          <a:xfrm>
            <a:off x="999067" y="1263839"/>
            <a:ext cx="8438341" cy="439618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1328150" y="1514264"/>
            <a:ext cx="7775759" cy="2880000"/>
          </a:xfrm>
        </p:spPr>
        <p:txBody>
          <a:bodyPr anchor="t" anchorCtr="0"/>
          <a:lstStyle>
            <a:lvl1pPr algn="l">
              <a:defRPr sz="6600">
                <a:solidFill>
                  <a:schemeClr val="tx2"/>
                </a:solidFill>
              </a:defRPr>
            </a:lvl1pPr>
          </a:lstStyle>
          <a:p>
            <a:r>
              <a:rPr lang="en-US"/>
              <a:t>Click to edit Master title style</a:t>
            </a:r>
            <a:endParaRPr lang="en-US" dirty="0"/>
          </a:p>
        </p:txBody>
      </p:sp>
      <p:pic>
        <p:nvPicPr>
          <p:cNvPr id="5" name="Graphic 4">
            <a:extLst>
              <a:ext uri="{FF2B5EF4-FFF2-40B4-BE49-F238E27FC236}">
                <a16:creationId xmlns:a16="http://schemas.microsoft.com/office/drawing/2014/main" id="{50FC5985-3DD1-475A-9A7A-899F36FF6F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28624528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7C20205-1972-45A0-B67B-992440214E15}"/>
              </a:ext>
            </a:extLst>
          </p:cNvPr>
          <p:cNvSpPr txBox="1"/>
          <p:nvPr userDrawn="1">
            <p:custDataLst>
              <p:tags r:id="rId1"/>
            </p:custDataLst>
          </p:nvPr>
        </p:nvSpPr>
        <p:spPr>
          <a:xfrm>
            <a:off x="999402" y="5651600"/>
            <a:ext cx="237404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bg1"/>
                </a:solidFill>
                <a:latin typeface="+mn-lt"/>
                <a:ea typeface="+mn-ea"/>
                <a:cs typeface="+mn-cs"/>
              </a:rPr>
              <a:t>Document Classification: KPMG Public</a:t>
            </a:r>
            <a:endParaRPr lang="en-GB" sz="1000" b="1" kern="1200" noProof="0" dirty="0">
              <a:solidFill>
                <a:schemeClr val="bg1"/>
              </a:solidFill>
              <a:latin typeface="+mn-lt"/>
              <a:ea typeface="+mn-ea"/>
              <a:cs typeface="+mn-cs"/>
            </a:endParaRPr>
          </a:p>
        </p:txBody>
      </p:sp>
      <p:sp>
        <p:nvSpPr>
          <p:cNvPr id="18" name="Text Placeholder 2">
            <a:extLst>
              <a:ext uri="{FF2B5EF4-FFF2-40B4-BE49-F238E27FC236}">
                <a16:creationId xmlns:a16="http://schemas.microsoft.com/office/drawing/2014/main" id="{D1985B1E-1660-49BE-A364-FD65E9A824E4}"/>
              </a:ext>
            </a:extLst>
          </p:cNvPr>
          <p:cNvSpPr>
            <a:spLocks noGrp="1"/>
          </p:cNvSpPr>
          <p:nvPr>
            <p:ph type="body" sz="quarter" idx="10"/>
          </p:nvPr>
        </p:nvSpPr>
        <p:spPr>
          <a:xfrm>
            <a:off x="999067" y="3653770"/>
            <a:ext cx="8340243" cy="1843088"/>
          </a:xfrm>
        </p:spPr>
        <p:txBody>
          <a:bodyPr anchor="b"/>
          <a:lstStyle>
            <a:lvl1pPr>
              <a:spcAft>
                <a:spcPts val="1000"/>
              </a:spcAft>
              <a:defRPr sz="1000" b="0">
                <a:solidFill>
                  <a:schemeClr val="bg1"/>
                </a:solidFill>
              </a:defRPr>
            </a:lvl1pPr>
            <a:lvl2pPr>
              <a:spcAft>
                <a:spcPts val="1000"/>
              </a:spcAft>
              <a:defRPr sz="1000" b="0">
                <a:solidFill>
                  <a:schemeClr val="bg1"/>
                </a:solidFill>
              </a:defRPr>
            </a:lvl2pPr>
          </a:lstStyle>
          <a:p>
            <a:pPr lvl="0"/>
            <a:r>
              <a:rPr lang="en-US"/>
              <a:t>Click to edit Master text styles</a:t>
            </a:r>
          </a:p>
          <a:p>
            <a:pPr lvl="1"/>
            <a:r>
              <a:rPr lang="en-US"/>
              <a:t>Second level</a:t>
            </a:r>
          </a:p>
        </p:txBody>
      </p:sp>
      <p:pic>
        <p:nvPicPr>
          <p:cNvPr id="16" name="Graphic 15">
            <a:extLst>
              <a:ext uri="{FF2B5EF4-FFF2-40B4-BE49-F238E27FC236}">
                <a16:creationId xmlns:a16="http://schemas.microsoft.com/office/drawing/2014/main" id="{1451B2DB-8DD3-4AA8-A8FE-1EC956920A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9067" y="313438"/>
            <a:ext cx="1048587" cy="316800"/>
          </a:xfrm>
          <a:prstGeom prst="rect">
            <a:avLst/>
          </a:prstGeom>
        </p:spPr>
      </p:pic>
      <p:sp>
        <p:nvSpPr>
          <p:cNvPr id="52" name="Text Placeholder 2">
            <a:extLst>
              <a:ext uri="{FF2B5EF4-FFF2-40B4-BE49-F238E27FC236}">
                <a16:creationId xmlns:a16="http://schemas.microsoft.com/office/drawing/2014/main" id="{90714A4B-E7E8-43FD-81E4-BBA98F2D3B2C}"/>
              </a:ext>
            </a:extLst>
          </p:cNvPr>
          <p:cNvSpPr>
            <a:spLocks noGrp="1"/>
          </p:cNvSpPr>
          <p:nvPr>
            <p:ph type="body" sz="quarter" idx="14" hasCustomPrompt="1"/>
          </p:nvPr>
        </p:nvSpPr>
        <p:spPr>
          <a:xfrm>
            <a:off x="999067" y="3138802"/>
            <a:ext cx="3215651" cy="119064"/>
          </a:xfrm>
        </p:spPr>
        <p:txBody>
          <a:bodyPr/>
          <a:lstStyle>
            <a:lvl1pPr>
              <a:buFontTx/>
              <a:buNone/>
              <a:defRPr sz="11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r>
              <a:rPr lang="en-GB" dirty="0"/>
              <a:t>kpmg.com/</a:t>
            </a:r>
            <a:r>
              <a:rPr lang="en-GB" dirty="0" err="1"/>
              <a:t>cn</a:t>
            </a:r>
            <a:r>
              <a:rPr lang="en-GB" dirty="0"/>
              <a:t>/</a:t>
            </a:r>
            <a:r>
              <a:rPr lang="en-GB" dirty="0" err="1"/>
              <a:t>socialmedia</a:t>
            </a:r>
            <a:endParaRPr lang="en-GB" dirty="0"/>
          </a:p>
        </p:txBody>
      </p:sp>
      <p:grpSp>
        <p:nvGrpSpPr>
          <p:cNvPr id="2" name="Group 1">
            <a:extLst>
              <a:ext uri="{FF2B5EF4-FFF2-40B4-BE49-F238E27FC236}">
                <a16:creationId xmlns:a16="http://schemas.microsoft.com/office/drawing/2014/main" id="{6A0B2746-9E92-2E6C-D45B-DC78252D4529}"/>
              </a:ext>
            </a:extLst>
          </p:cNvPr>
          <p:cNvGrpSpPr/>
          <p:nvPr userDrawn="1"/>
        </p:nvGrpSpPr>
        <p:grpSpPr>
          <a:xfrm>
            <a:off x="999744" y="2624328"/>
            <a:ext cx="3375328" cy="402492"/>
            <a:chOff x="369827" y="5202238"/>
            <a:chExt cx="2531496" cy="402492"/>
          </a:xfrm>
        </p:grpSpPr>
        <p:grpSp>
          <p:nvGrpSpPr>
            <p:cNvPr id="3" name="Group 2">
              <a:extLst>
                <a:ext uri="{FF2B5EF4-FFF2-40B4-BE49-F238E27FC236}">
                  <a16:creationId xmlns:a16="http://schemas.microsoft.com/office/drawing/2014/main" id="{ED7FC7BF-6F08-604E-B73B-BCE942720612}"/>
                </a:ext>
              </a:extLst>
            </p:cNvPr>
            <p:cNvGrpSpPr/>
            <p:nvPr/>
          </p:nvGrpSpPr>
          <p:grpSpPr>
            <a:xfrm>
              <a:off x="2498831" y="5202238"/>
              <a:ext cx="402492" cy="402492"/>
              <a:chOff x="8115300" y="2960688"/>
              <a:chExt cx="942975" cy="942975"/>
            </a:xfrm>
          </p:grpSpPr>
          <p:pic>
            <p:nvPicPr>
              <p:cNvPr id="25" name="Picture 5">
                <a:extLst>
                  <a:ext uri="{FF2B5EF4-FFF2-40B4-BE49-F238E27FC236}">
                    <a16:creationId xmlns:a16="http://schemas.microsoft.com/office/drawing/2014/main" id="{A2E8922F-D247-0C6C-7ED1-60F9963A8D53}"/>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40">
                <a:extLst>
                  <a:ext uri="{FF2B5EF4-FFF2-40B4-BE49-F238E27FC236}">
                    <a16:creationId xmlns:a16="http://schemas.microsoft.com/office/drawing/2014/main" id="{505DC7F3-132A-23B6-C2CB-1422B0CCA06D}"/>
                  </a:ext>
                </a:extLst>
              </p:cNvPr>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4" name="Group 3">
              <a:extLst>
                <a:ext uri="{FF2B5EF4-FFF2-40B4-BE49-F238E27FC236}">
                  <a16:creationId xmlns:a16="http://schemas.microsoft.com/office/drawing/2014/main" id="{FD3C41CE-2842-2978-9E7B-D1E764D85F05}"/>
                </a:ext>
              </a:extLst>
            </p:cNvPr>
            <p:cNvGrpSpPr/>
            <p:nvPr/>
          </p:nvGrpSpPr>
          <p:grpSpPr>
            <a:xfrm>
              <a:off x="2077367" y="5206304"/>
              <a:ext cx="390295" cy="390295"/>
              <a:chOff x="7127875" y="2970213"/>
              <a:chExt cx="914400" cy="914400"/>
            </a:xfrm>
          </p:grpSpPr>
          <p:sp>
            <p:nvSpPr>
              <p:cNvPr id="21" name="Freeform 37">
                <a:extLst>
                  <a:ext uri="{FF2B5EF4-FFF2-40B4-BE49-F238E27FC236}">
                    <a16:creationId xmlns:a16="http://schemas.microsoft.com/office/drawing/2014/main" id="{5C3606F1-1EC3-EF3C-59A5-AAF9C3C839CD}"/>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23" name="Freeform 38">
                <a:extLst>
                  <a:ext uri="{FF2B5EF4-FFF2-40B4-BE49-F238E27FC236}">
                    <a16:creationId xmlns:a16="http://schemas.microsoft.com/office/drawing/2014/main" id="{27E0F125-BC0F-8E21-536F-717A88D72585}"/>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5" name="Group 4">
              <a:extLst>
                <a:ext uri="{FF2B5EF4-FFF2-40B4-BE49-F238E27FC236}">
                  <a16:creationId xmlns:a16="http://schemas.microsoft.com/office/drawing/2014/main" id="{B7B4AD7A-C8C3-A7D7-5B57-8B73ECFBDB28}"/>
                </a:ext>
              </a:extLst>
            </p:cNvPr>
            <p:cNvGrpSpPr/>
            <p:nvPr/>
          </p:nvGrpSpPr>
          <p:grpSpPr>
            <a:xfrm>
              <a:off x="1650482" y="5206304"/>
              <a:ext cx="390295" cy="390295"/>
              <a:chOff x="6127750" y="2970213"/>
              <a:chExt cx="914400" cy="914400"/>
            </a:xfrm>
          </p:grpSpPr>
          <p:sp>
            <p:nvSpPr>
              <p:cNvPr id="19" name="Freeform 35">
                <a:extLst>
                  <a:ext uri="{FF2B5EF4-FFF2-40B4-BE49-F238E27FC236}">
                    <a16:creationId xmlns:a16="http://schemas.microsoft.com/office/drawing/2014/main" id="{AC12A471-F69C-C983-0EAC-95FD3ECE9530}"/>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20" name="Freeform 36">
                <a:extLst>
                  <a:ext uri="{FF2B5EF4-FFF2-40B4-BE49-F238E27FC236}">
                    <a16:creationId xmlns:a16="http://schemas.microsoft.com/office/drawing/2014/main" id="{D985D371-0326-3BC1-9AC8-8E49B2B35540}"/>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6" name="Group 5">
              <a:extLst>
                <a:ext uri="{FF2B5EF4-FFF2-40B4-BE49-F238E27FC236}">
                  <a16:creationId xmlns:a16="http://schemas.microsoft.com/office/drawing/2014/main" id="{98D968F8-3013-6467-51D9-ED976C42C50A}"/>
                </a:ext>
              </a:extLst>
            </p:cNvPr>
            <p:cNvGrpSpPr/>
            <p:nvPr/>
          </p:nvGrpSpPr>
          <p:grpSpPr>
            <a:xfrm>
              <a:off x="1223597" y="5206304"/>
              <a:ext cx="390295" cy="390295"/>
              <a:chOff x="5127625" y="2970213"/>
              <a:chExt cx="914400" cy="914400"/>
            </a:xfrm>
          </p:grpSpPr>
          <p:sp>
            <p:nvSpPr>
              <p:cNvPr id="14" name="Freeform 31">
                <a:extLst>
                  <a:ext uri="{FF2B5EF4-FFF2-40B4-BE49-F238E27FC236}">
                    <a16:creationId xmlns:a16="http://schemas.microsoft.com/office/drawing/2014/main" id="{DC9D02A4-68A5-A915-880C-571D68A74564}"/>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5" name="Freeform 32">
                <a:extLst>
                  <a:ext uri="{FF2B5EF4-FFF2-40B4-BE49-F238E27FC236}">
                    <a16:creationId xmlns:a16="http://schemas.microsoft.com/office/drawing/2014/main" id="{BEDD37CE-C3F5-D3AA-DF72-AC4C271CE3DB}"/>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7" name="Group 6">
              <a:extLst>
                <a:ext uri="{FF2B5EF4-FFF2-40B4-BE49-F238E27FC236}">
                  <a16:creationId xmlns:a16="http://schemas.microsoft.com/office/drawing/2014/main" id="{0025C499-52FB-28D9-D106-2FD898877ED3}"/>
                </a:ext>
              </a:extLst>
            </p:cNvPr>
            <p:cNvGrpSpPr/>
            <p:nvPr/>
          </p:nvGrpSpPr>
          <p:grpSpPr>
            <a:xfrm>
              <a:off x="369827" y="5206304"/>
              <a:ext cx="390295" cy="390295"/>
              <a:chOff x="3127375" y="2970213"/>
              <a:chExt cx="914400" cy="914400"/>
            </a:xfrm>
          </p:grpSpPr>
          <p:sp>
            <p:nvSpPr>
              <p:cNvPr id="9" name="Freeform 26">
                <a:extLst>
                  <a:ext uri="{FF2B5EF4-FFF2-40B4-BE49-F238E27FC236}">
                    <a16:creationId xmlns:a16="http://schemas.microsoft.com/office/drawing/2014/main" id="{09E80341-BD05-61C0-F150-26D86D8545DF}"/>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0" name="Freeform 27">
                <a:extLst>
                  <a:ext uri="{FF2B5EF4-FFF2-40B4-BE49-F238E27FC236}">
                    <a16:creationId xmlns:a16="http://schemas.microsoft.com/office/drawing/2014/main" id="{08D8432C-94D0-9BCD-4AE6-E5CE2D70EEE0}"/>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1" name="Freeform 28">
                <a:extLst>
                  <a:ext uri="{FF2B5EF4-FFF2-40B4-BE49-F238E27FC236}">
                    <a16:creationId xmlns:a16="http://schemas.microsoft.com/office/drawing/2014/main" id="{E85A5DCC-D1DB-4C4D-FDE5-21CD7E7EBA46}"/>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2" name="Freeform 29">
                <a:extLst>
                  <a:ext uri="{FF2B5EF4-FFF2-40B4-BE49-F238E27FC236}">
                    <a16:creationId xmlns:a16="http://schemas.microsoft.com/office/drawing/2014/main" id="{9F5F09F4-DAB9-BA99-116D-FF7EECFBD4C8}"/>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3" name="Freeform 30">
                <a:extLst>
                  <a:ext uri="{FF2B5EF4-FFF2-40B4-BE49-F238E27FC236}">
                    <a16:creationId xmlns:a16="http://schemas.microsoft.com/office/drawing/2014/main" id="{F887687D-3B09-DD62-3C95-A5B062C219C2}"/>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pic>
          <p:nvPicPr>
            <p:cNvPr id="8" name="Graphic 7">
              <a:extLst>
                <a:ext uri="{FF2B5EF4-FFF2-40B4-BE49-F238E27FC236}">
                  <a16:creationId xmlns:a16="http://schemas.microsoft.com/office/drawing/2014/main" id="{DFEC0792-81B2-FD7D-1FE3-C085FDBB785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97577" y="5207799"/>
              <a:ext cx="388800" cy="388800"/>
            </a:xfrm>
            <a:prstGeom prst="rect">
              <a:avLst/>
            </a:prstGeom>
          </p:spPr>
        </p:pic>
      </p:grpSp>
    </p:spTree>
    <p:extLst>
      <p:ext uri="{BB962C8B-B14F-4D97-AF65-F5344CB8AC3E}">
        <p14:creationId xmlns:p14="http://schemas.microsoft.com/office/powerpoint/2010/main" val="30086612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D335AFA-79EF-48E7-9FDA-A8FCF952D278}"/>
              </a:ext>
            </a:extLst>
          </p:cNvPr>
          <p:cNvSpPr txBox="1"/>
          <p:nvPr userDrawn="1">
            <p:custDataLst>
              <p:tags r:id="rId1"/>
            </p:custDataLst>
          </p:nvPr>
        </p:nvSpPr>
        <p:spPr>
          <a:xfrm>
            <a:off x="999402" y="5651600"/>
            <a:ext cx="237404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tx2"/>
                </a:solidFill>
                <a:latin typeface="+mn-lt"/>
                <a:ea typeface="+mn-ea"/>
                <a:cs typeface="+mn-cs"/>
              </a:rPr>
              <a:t>Document Classification: KPMG Public</a:t>
            </a:r>
            <a:endParaRPr lang="en-GB" sz="1000" b="1" kern="1200" noProof="0" dirty="0">
              <a:solidFill>
                <a:schemeClr val="tx2"/>
              </a:solidFill>
              <a:latin typeface="+mn-lt"/>
              <a:ea typeface="+mn-ea"/>
              <a:cs typeface="+mn-cs"/>
            </a:endParaRPr>
          </a:p>
        </p:txBody>
      </p:sp>
      <p:sp>
        <p:nvSpPr>
          <p:cNvPr id="22" name="Text Placeholder 2">
            <a:extLst>
              <a:ext uri="{FF2B5EF4-FFF2-40B4-BE49-F238E27FC236}">
                <a16:creationId xmlns:a16="http://schemas.microsoft.com/office/drawing/2014/main" id="{48703AF1-229E-4220-A6D7-6F1010E1F9DE}"/>
              </a:ext>
            </a:extLst>
          </p:cNvPr>
          <p:cNvSpPr>
            <a:spLocks noGrp="1"/>
          </p:cNvSpPr>
          <p:nvPr>
            <p:ph type="body" sz="quarter" idx="10"/>
          </p:nvPr>
        </p:nvSpPr>
        <p:spPr>
          <a:xfrm>
            <a:off x="999067" y="3653770"/>
            <a:ext cx="8340243" cy="1843088"/>
          </a:xfrm>
        </p:spPr>
        <p:txBody>
          <a:bodyPr anchor="b"/>
          <a:lstStyle>
            <a:lvl1pPr>
              <a:spcAft>
                <a:spcPts val="1000"/>
              </a:spcAft>
              <a:defRPr sz="1000" b="0">
                <a:solidFill>
                  <a:schemeClr val="tx2"/>
                </a:solidFill>
              </a:defRPr>
            </a:lvl1pPr>
            <a:lvl2pPr>
              <a:spcAft>
                <a:spcPts val="1000"/>
              </a:spcAft>
              <a:defRPr sz="1000" b="0">
                <a:solidFill>
                  <a:schemeClr val="tx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C42B2CC1-3453-431E-BEB1-143BFA0FE57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9067" y="313438"/>
            <a:ext cx="1048587" cy="316800"/>
          </a:xfrm>
          <a:prstGeom prst="rect">
            <a:avLst/>
          </a:prstGeom>
        </p:spPr>
      </p:pic>
      <p:sp>
        <p:nvSpPr>
          <p:cNvPr id="52" name="Text Placeholder 2">
            <a:extLst>
              <a:ext uri="{FF2B5EF4-FFF2-40B4-BE49-F238E27FC236}">
                <a16:creationId xmlns:a16="http://schemas.microsoft.com/office/drawing/2014/main" id="{D7A42A05-40D4-4F7B-970A-F6070CBF3EFF}"/>
              </a:ext>
            </a:extLst>
          </p:cNvPr>
          <p:cNvSpPr>
            <a:spLocks noGrp="1"/>
          </p:cNvSpPr>
          <p:nvPr>
            <p:ph type="body" sz="quarter" idx="14" hasCustomPrompt="1"/>
          </p:nvPr>
        </p:nvSpPr>
        <p:spPr>
          <a:xfrm>
            <a:off x="999067" y="3174959"/>
            <a:ext cx="3215651" cy="119064"/>
          </a:xfrm>
        </p:spPr>
        <p:txBody>
          <a:bodyPr/>
          <a:lstStyle>
            <a:lvl1pPr>
              <a:buFontTx/>
              <a:buNone/>
              <a:defRPr sz="11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r>
              <a:rPr lang="en-GB" dirty="0"/>
              <a:t>kpmg.com/</a:t>
            </a:r>
            <a:r>
              <a:rPr lang="en-GB" dirty="0" err="1"/>
              <a:t>cn</a:t>
            </a:r>
            <a:r>
              <a:rPr lang="en-GB" dirty="0"/>
              <a:t>/</a:t>
            </a:r>
            <a:r>
              <a:rPr lang="en-GB" dirty="0" err="1"/>
              <a:t>socialmedia</a:t>
            </a:r>
            <a:endParaRPr lang="en-GB" dirty="0"/>
          </a:p>
        </p:txBody>
      </p:sp>
      <p:grpSp>
        <p:nvGrpSpPr>
          <p:cNvPr id="2" name="Group 1">
            <a:extLst>
              <a:ext uri="{FF2B5EF4-FFF2-40B4-BE49-F238E27FC236}">
                <a16:creationId xmlns:a16="http://schemas.microsoft.com/office/drawing/2014/main" id="{BA9FA6E0-6634-9A2F-16A7-63238C5F47BE}"/>
              </a:ext>
            </a:extLst>
          </p:cNvPr>
          <p:cNvGrpSpPr/>
          <p:nvPr userDrawn="1"/>
        </p:nvGrpSpPr>
        <p:grpSpPr>
          <a:xfrm>
            <a:off x="999744" y="2624328"/>
            <a:ext cx="3375328" cy="402492"/>
            <a:chOff x="369827" y="5202238"/>
            <a:chExt cx="2531496" cy="402492"/>
          </a:xfrm>
        </p:grpSpPr>
        <p:grpSp>
          <p:nvGrpSpPr>
            <p:cNvPr id="3" name="Group 2">
              <a:extLst>
                <a:ext uri="{FF2B5EF4-FFF2-40B4-BE49-F238E27FC236}">
                  <a16:creationId xmlns:a16="http://schemas.microsoft.com/office/drawing/2014/main" id="{580AC70B-D509-7631-1C2B-AC2FBD369B16}"/>
                </a:ext>
              </a:extLst>
            </p:cNvPr>
            <p:cNvGrpSpPr/>
            <p:nvPr/>
          </p:nvGrpSpPr>
          <p:grpSpPr>
            <a:xfrm>
              <a:off x="2498831" y="5202238"/>
              <a:ext cx="402492" cy="402492"/>
              <a:chOff x="8115300" y="2960688"/>
              <a:chExt cx="942975" cy="942975"/>
            </a:xfrm>
          </p:grpSpPr>
          <p:pic>
            <p:nvPicPr>
              <p:cNvPr id="36" name="Picture 5">
                <a:extLst>
                  <a:ext uri="{FF2B5EF4-FFF2-40B4-BE49-F238E27FC236}">
                    <a16:creationId xmlns:a16="http://schemas.microsoft.com/office/drawing/2014/main" id="{DBD8F70A-1B60-05E5-2CB0-05271AD45454}"/>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Freeform 40">
                <a:extLst>
                  <a:ext uri="{FF2B5EF4-FFF2-40B4-BE49-F238E27FC236}">
                    <a16:creationId xmlns:a16="http://schemas.microsoft.com/office/drawing/2014/main" id="{0C05A95C-D7D7-4CB4-EEB0-2C0D89FF4CAD}"/>
                  </a:ext>
                </a:extLst>
              </p:cNvPr>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4" name="Group 3">
              <a:extLst>
                <a:ext uri="{FF2B5EF4-FFF2-40B4-BE49-F238E27FC236}">
                  <a16:creationId xmlns:a16="http://schemas.microsoft.com/office/drawing/2014/main" id="{46514F55-4A14-0070-129F-5BC9E18370F3}"/>
                </a:ext>
              </a:extLst>
            </p:cNvPr>
            <p:cNvGrpSpPr/>
            <p:nvPr/>
          </p:nvGrpSpPr>
          <p:grpSpPr>
            <a:xfrm>
              <a:off x="2077367" y="5206304"/>
              <a:ext cx="390295" cy="390295"/>
              <a:chOff x="7127875" y="2970213"/>
              <a:chExt cx="914400" cy="914400"/>
            </a:xfrm>
          </p:grpSpPr>
          <p:sp>
            <p:nvSpPr>
              <p:cNvPr id="34" name="Freeform 37">
                <a:extLst>
                  <a:ext uri="{FF2B5EF4-FFF2-40B4-BE49-F238E27FC236}">
                    <a16:creationId xmlns:a16="http://schemas.microsoft.com/office/drawing/2014/main" id="{19EC1905-52E1-BDF4-2E8D-F6B7B4870AFC}"/>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35" name="Freeform 38">
                <a:extLst>
                  <a:ext uri="{FF2B5EF4-FFF2-40B4-BE49-F238E27FC236}">
                    <a16:creationId xmlns:a16="http://schemas.microsoft.com/office/drawing/2014/main" id="{01B96457-8B13-002C-47E5-8F44A20D4722}"/>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5" name="Group 4">
              <a:extLst>
                <a:ext uri="{FF2B5EF4-FFF2-40B4-BE49-F238E27FC236}">
                  <a16:creationId xmlns:a16="http://schemas.microsoft.com/office/drawing/2014/main" id="{03388F4B-556F-EAE4-7553-F376E84A9821}"/>
                </a:ext>
              </a:extLst>
            </p:cNvPr>
            <p:cNvGrpSpPr/>
            <p:nvPr/>
          </p:nvGrpSpPr>
          <p:grpSpPr>
            <a:xfrm>
              <a:off x="1650482" y="5206304"/>
              <a:ext cx="390295" cy="390295"/>
              <a:chOff x="6127750" y="2970213"/>
              <a:chExt cx="914400" cy="914400"/>
            </a:xfrm>
          </p:grpSpPr>
          <p:sp>
            <p:nvSpPr>
              <p:cNvPr id="24" name="Freeform 35">
                <a:extLst>
                  <a:ext uri="{FF2B5EF4-FFF2-40B4-BE49-F238E27FC236}">
                    <a16:creationId xmlns:a16="http://schemas.microsoft.com/office/drawing/2014/main" id="{44A07F41-A379-1AFE-AB9E-47028A72A14B}"/>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33" name="Freeform 36">
                <a:extLst>
                  <a:ext uri="{FF2B5EF4-FFF2-40B4-BE49-F238E27FC236}">
                    <a16:creationId xmlns:a16="http://schemas.microsoft.com/office/drawing/2014/main" id="{133AE34C-71E5-2480-77DF-164A1629FBD8}"/>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6" name="Group 5">
              <a:extLst>
                <a:ext uri="{FF2B5EF4-FFF2-40B4-BE49-F238E27FC236}">
                  <a16:creationId xmlns:a16="http://schemas.microsoft.com/office/drawing/2014/main" id="{30C4861A-B1C2-DB82-E23A-4D8CFA8044C0}"/>
                </a:ext>
              </a:extLst>
            </p:cNvPr>
            <p:cNvGrpSpPr/>
            <p:nvPr/>
          </p:nvGrpSpPr>
          <p:grpSpPr>
            <a:xfrm>
              <a:off x="1223597" y="5206304"/>
              <a:ext cx="390295" cy="390295"/>
              <a:chOff x="5127625" y="2970213"/>
              <a:chExt cx="914400" cy="914400"/>
            </a:xfrm>
          </p:grpSpPr>
          <p:sp>
            <p:nvSpPr>
              <p:cNvPr id="14" name="Freeform 31">
                <a:extLst>
                  <a:ext uri="{FF2B5EF4-FFF2-40B4-BE49-F238E27FC236}">
                    <a16:creationId xmlns:a16="http://schemas.microsoft.com/office/drawing/2014/main" id="{63CD1740-FF48-D991-BE2E-5C1A4A322035}"/>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5" name="Freeform 32">
                <a:extLst>
                  <a:ext uri="{FF2B5EF4-FFF2-40B4-BE49-F238E27FC236}">
                    <a16:creationId xmlns:a16="http://schemas.microsoft.com/office/drawing/2014/main" id="{AB8BF349-4EEA-6D0B-A60F-7DE53E0B205D}"/>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7" name="Group 6">
              <a:extLst>
                <a:ext uri="{FF2B5EF4-FFF2-40B4-BE49-F238E27FC236}">
                  <a16:creationId xmlns:a16="http://schemas.microsoft.com/office/drawing/2014/main" id="{20EB4C36-A30C-D98C-2888-7DA4AF05A1AE}"/>
                </a:ext>
              </a:extLst>
            </p:cNvPr>
            <p:cNvGrpSpPr/>
            <p:nvPr/>
          </p:nvGrpSpPr>
          <p:grpSpPr>
            <a:xfrm>
              <a:off x="369827" y="5206304"/>
              <a:ext cx="390295" cy="390295"/>
              <a:chOff x="3127375" y="2970213"/>
              <a:chExt cx="914400" cy="914400"/>
            </a:xfrm>
          </p:grpSpPr>
          <p:sp>
            <p:nvSpPr>
              <p:cNvPr id="9" name="Freeform 26">
                <a:extLst>
                  <a:ext uri="{FF2B5EF4-FFF2-40B4-BE49-F238E27FC236}">
                    <a16:creationId xmlns:a16="http://schemas.microsoft.com/office/drawing/2014/main" id="{DA135D10-BBA0-2A26-52EE-E70F55DC7A40}"/>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0" name="Freeform 27">
                <a:extLst>
                  <a:ext uri="{FF2B5EF4-FFF2-40B4-BE49-F238E27FC236}">
                    <a16:creationId xmlns:a16="http://schemas.microsoft.com/office/drawing/2014/main" id="{991FFCA5-AD26-9C1F-04DD-912C7B43F9D1}"/>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1" name="Freeform 28">
                <a:extLst>
                  <a:ext uri="{FF2B5EF4-FFF2-40B4-BE49-F238E27FC236}">
                    <a16:creationId xmlns:a16="http://schemas.microsoft.com/office/drawing/2014/main" id="{B8547E22-3800-7FF3-9CB3-CEF4320652B3}"/>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2" name="Freeform 29">
                <a:extLst>
                  <a:ext uri="{FF2B5EF4-FFF2-40B4-BE49-F238E27FC236}">
                    <a16:creationId xmlns:a16="http://schemas.microsoft.com/office/drawing/2014/main" id="{C9422982-92C5-7E16-4B33-CDEA3377D596}"/>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3" name="Freeform 30">
                <a:extLst>
                  <a:ext uri="{FF2B5EF4-FFF2-40B4-BE49-F238E27FC236}">
                    <a16:creationId xmlns:a16="http://schemas.microsoft.com/office/drawing/2014/main" id="{804A2D7F-C172-E13F-93BA-46CCE02E0A88}"/>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pic>
          <p:nvPicPr>
            <p:cNvPr id="8" name="Graphic 7">
              <a:extLst>
                <a:ext uri="{FF2B5EF4-FFF2-40B4-BE49-F238E27FC236}">
                  <a16:creationId xmlns:a16="http://schemas.microsoft.com/office/drawing/2014/main" id="{E623C608-42E8-3F59-6C6F-9B6B0018107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97577" y="5207799"/>
              <a:ext cx="388800" cy="388800"/>
            </a:xfrm>
            <a:prstGeom prst="rect">
              <a:avLst/>
            </a:prstGeom>
          </p:spPr>
        </p:pic>
      </p:grpSp>
    </p:spTree>
    <p:extLst>
      <p:ext uri="{BB962C8B-B14F-4D97-AF65-F5344CB8AC3E}">
        <p14:creationId xmlns:p14="http://schemas.microsoft.com/office/powerpoint/2010/main" val="579588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200" y="432000"/>
            <a:ext cx="10185600" cy="518400"/>
          </a:xfrm>
        </p:spPr>
        <p:txBody>
          <a:bodyPr/>
          <a:lstStyle>
            <a:lvl1pPr>
              <a:defRPr/>
            </a:lvl1pPr>
          </a:lstStyle>
          <a:p>
            <a:r>
              <a:rPr lang="en-US" dirty="0"/>
              <a:t>Colors</a:t>
            </a:r>
          </a:p>
        </p:txBody>
      </p:sp>
      <p:grpSp>
        <p:nvGrpSpPr>
          <p:cNvPr id="70" name="Group 69">
            <a:extLst>
              <a:ext uri="{FF2B5EF4-FFF2-40B4-BE49-F238E27FC236}">
                <a16:creationId xmlns:a16="http://schemas.microsoft.com/office/drawing/2014/main" id="{776C0DF8-CB7F-4230-9D44-7CB4AED8B8ED}"/>
              </a:ext>
            </a:extLst>
          </p:cNvPr>
          <p:cNvGrpSpPr/>
          <p:nvPr userDrawn="1"/>
        </p:nvGrpSpPr>
        <p:grpSpPr>
          <a:xfrm>
            <a:off x="992717" y="1202500"/>
            <a:ext cx="10206569" cy="4602988"/>
            <a:chOff x="744537" y="1404112"/>
            <a:chExt cx="7654927" cy="4602988"/>
          </a:xfrm>
        </p:grpSpPr>
        <p:sp>
          <p:nvSpPr>
            <p:cNvPr id="71" name="TextBox 70">
              <a:extLst>
                <a:ext uri="{FF2B5EF4-FFF2-40B4-BE49-F238E27FC236}">
                  <a16:creationId xmlns:a16="http://schemas.microsoft.com/office/drawing/2014/main" id="{362C133A-7CBE-4E5B-AFE4-7F9401AA74B4}"/>
                </a:ext>
              </a:extLst>
            </p:cNvPr>
            <p:cNvSpPr txBox="1"/>
            <p:nvPr userDrawn="1"/>
          </p:nvSpPr>
          <p:spPr>
            <a:xfrm>
              <a:off x="749944" y="1435485"/>
              <a:ext cx="1364046"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Primary Colors</a:t>
              </a:r>
            </a:p>
          </p:txBody>
        </p:sp>
        <p:sp>
          <p:nvSpPr>
            <p:cNvPr id="72" name="TextBox 71">
              <a:extLst>
                <a:ext uri="{FF2B5EF4-FFF2-40B4-BE49-F238E27FC236}">
                  <a16:creationId xmlns:a16="http://schemas.microsoft.com/office/drawing/2014/main" id="{419F5A81-9ABA-469A-96AA-ED9A83E23E35}"/>
                </a:ext>
              </a:extLst>
            </p:cNvPr>
            <p:cNvSpPr txBox="1"/>
            <p:nvPr userDrawn="1"/>
          </p:nvSpPr>
          <p:spPr>
            <a:xfrm>
              <a:off x="2320350" y="1435485"/>
              <a:ext cx="1648146"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Accent Colors for Infographics and charts only</a:t>
              </a:r>
            </a:p>
          </p:txBody>
        </p:sp>
        <p:sp>
          <p:nvSpPr>
            <p:cNvPr id="73" name="TextBox 72">
              <a:extLst>
                <a:ext uri="{FF2B5EF4-FFF2-40B4-BE49-F238E27FC236}">
                  <a16:creationId xmlns:a16="http://schemas.microsoft.com/office/drawing/2014/main" id="{99406836-A1F7-4015-B19B-C16A01E3E1AE}"/>
                </a:ext>
              </a:extLst>
            </p:cNvPr>
            <p:cNvSpPr txBox="1"/>
            <p:nvPr userDrawn="1"/>
          </p:nvSpPr>
          <p:spPr>
            <a:xfrm>
              <a:off x="4154808" y="1435485"/>
              <a:ext cx="1500577" cy="2769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Neutrals for Infographics and charts only </a:t>
              </a:r>
            </a:p>
          </p:txBody>
        </p:sp>
        <p:sp>
          <p:nvSpPr>
            <p:cNvPr id="74" name="Rectangle 73">
              <a:extLst>
                <a:ext uri="{FF2B5EF4-FFF2-40B4-BE49-F238E27FC236}">
                  <a16:creationId xmlns:a16="http://schemas.microsoft.com/office/drawing/2014/main" id="{CF877036-FE72-4696-B0AD-6BD40CC985DD}"/>
                </a:ext>
              </a:extLst>
            </p:cNvPr>
            <p:cNvSpPr/>
            <p:nvPr userDrawn="1"/>
          </p:nvSpPr>
          <p:spPr>
            <a:xfrm>
              <a:off x="5717541" y="2801733"/>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5" name="Rectangle 74">
              <a:extLst>
                <a:ext uri="{FF2B5EF4-FFF2-40B4-BE49-F238E27FC236}">
                  <a16:creationId xmlns:a16="http://schemas.microsoft.com/office/drawing/2014/main" id="{986ED9ED-3DEC-4D94-8B8C-17464971774B}"/>
                </a:ext>
              </a:extLst>
            </p:cNvPr>
            <p:cNvSpPr/>
            <p:nvPr userDrawn="1"/>
          </p:nvSpPr>
          <p:spPr>
            <a:xfrm>
              <a:off x="6940598" y="2801733"/>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900" dirty="0">
                <a:solidFill>
                  <a:schemeClr val="bg1"/>
                </a:solidFill>
              </a:endParaRPr>
            </a:p>
          </p:txBody>
        </p:sp>
        <p:sp>
          <p:nvSpPr>
            <p:cNvPr id="76" name="TextBox 75">
              <a:extLst>
                <a:ext uri="{FF2B5EF4-FFF2-40B4-BE49-F238E27FC236}">
                  <a16:creationId xmlns:a16="http://schemas.microsoft.com/office/drawing/2014/main" id="{487A30E0-5BBC-4EAC-83DA-92BA46D9EC09}"/>
                </a:ext>
              </a:extLst>
            </p:cNvPr>
            <p:cNvSpPr txBox="1"/>
            <p:nvPr userDrawn="1"/>
          </p:nvSpPr>
          <p:spPr>
            <a:xfrm>
              <a:off x="5717541" y="3257608"/>
              <a:ext cx="977837" cy="237066"/>
            </a:xfrm>
            <a:prstGeom prst="rect">
              <a:avLst/>
            </a:prstGeom>
            <a:noFill/>
          </p:spPr>
          <p:txBody>
            <a:bodyPr wrap="square" lIns="0" tIns="0" rIns="0" bIns="0" rtlCol="0" anchor="ctr">
              <a:noAutofit/>
            </a:bodyPr>
            <a:lstStyle/>
            <a:p>
              <a:pPr algn="l">
                <a:spcAft>
                  <a:spcPts val="600"/>
                </a:spcAft>
              </a:pPr>
              <a:r>
                <a:rPr lang="en-GB" sz="900" dirty="0"/>
                <a:t>Purple/Cobalt gradient</a:t>
              </a:r>
            </a:p>
          </p:txBody>
        </p:sp>
        <p:sp>
          <p:nvSpPr>
            <p:cNvPr id="77" name="TextBox 76">
              <a:extLst>
                <a:ext uri="{FF2B5EF4-FFF2-40B4-BE49-F238E27FC236}">
                  <a16:creationId xmlns:a16="http://schemas.microsoft.com/office/drawing/2014/main" id="{EE7E0D93-0BC3-4624-A6A2-3C73C86E4C51}"/>
                </a:ext>
              </a:extLst>
            </p:cNvPr>
            <p:cNvSpPr txBox="1"/>
            <p:nvPr userDrawn="1"/>
          </p:nvSpPr>
          <p:spPr>
            <a:xfrm>
              <a:off x="6925663" y="3257608"/>
              <a:ext cx="1065542" cy="237066"/>
            </a:xfrm>
            <a:prstGeom prst="rect">
              <a:avLst/>
            </a:prstGeom>
            <a:noFill/>
          </p:spPr>
          <p:txBody>
            <a:bodyPr wrap="square" lIns="0" tIns="0" rIns="0" bIns="0" rtlCol="0" anchor="ctr">
              <a:noAutofit/>
            </a:bodyPr>
            <a:lstStyle/>
            <a:p>
              <a:pPr algn="l">
                <a:spcAft>
                  <a:spcPts val="600"/>
                </a:spcAft>
              </a:pPr>
              <a:r>
                <a:rPr lang="en-GB" sz="900" dirty="0"/>
                <a:t>Pacific/Light Blue gradient</a:t>
              </a:r>
            </a:p>
          </p:txBody>
        </p:sp>
        <p:sp>
          <p:nvSpPr>
            <p:cNvPr id="78" name="TextBox 77">
              <a:extLst>
                <a:ext uri="{FF2B5EF4-FFF2-40B4-BE49-F238E27FC236}">
                  <a16:creationId xmlns:a16="http://schemas.microsoft.com/office/drawing/2014/main" id="{73BD7847-1146-4421-9F83-1DDEA46E5499}"/>
                </a:ext>
              </a:extLst>
            </p:cNvPr>
            <p:cNvSpPr txBox="1"/>
            <p:nvPr userDrawn="1"/>
          </p:nvSpPr>
          <p:spPr>
            <a:xfrm>
              <a:off x="5717541" y="1404112"/>
              <a:ext cx="2681922" cy="1161857"/>
            </a:xfrm>
            <a:prstGeom prst="rect">
              <a:avLst/>
            </a:prstGeom>
            <a:noFill/>
          </p:spPr>
          <p:txBody>
            <a:bodyPr wrap="square" lIns="0" tIns="0" rIns="0" bIns="0" rtlCol="0">
              <a:spAutoFit/>
            </a:bodyPr>
            <a:lstStyle/>
            <a:p>
              <a:pPr algn="l">
                <a:spcAft>
                  <a:spcPts val="300"/>
                </a:spcAft>
              </a:pPr>
              <a:r>
                <a:rPr lang="en-US" sz="900" b="1" dirty="0">
                  <a:solidFill>
                    <a:sysClr val="windowText" lastClr="000000"/>
                  </a:solidFill>
                </a:rPr>
                <a:t>Gradients</a:t>
              </a:r>
            </a:p>
            <a:p>
              <a:pPr marL="171450" indent="-171450" algn="l">
                <a:spcAft>
                  <a:spcPts val="300"/>
                </a:spcAft>
                <a:buFont typeface="Arial" panose="020B0604020202020204" pitchFamily="34" charset="0"/>
                <a:buChar char="•"/>
              </a:pPr>
              <a:r>
                <a:rPr lang="en-GB" sz="900" b="0" dirty="0">
                  <a:solidFill>
                    <a:sysClr val="windowText" lastClr="000000"/>
                  </a:solidFill>
                </a:rPr>
                <a:t>The </a:t>
              </a:r>
              <a:r>
                <a:rPr lang="en-GB" sz="900" b="0" dirty="0" err="1">
                  <a:solidFill>
                    <a:sysClr val="windowText" lastClr="000000"/>
                  </a:solidFill>
                </a:rPr>
                <a:t>colors</a:t>
              </a:r>
              <a:r>
                <a:rPr lang="en-GB" sz="900" b="0" dirty="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900" b="0" dirty="0">
                  <a:solidFill>
                    <a:sysClr val="windowText" lastClr="000000"/>
                  </a:solidFill>
                </a:rPr>
                <a:t>The mid-point is at 50%</a:t>
              </a:r>
            </a:p>
            <a:p>
              <a:pPr marL="171450" indent="-171450" algn="l">
                <a:spcAft>
                  <a:spcPts val="300"/>
                </a:spcAft>
                <a:buFont typeface="Arial" panose="020B0604020202020204" pitchFamily="34" charset="0"/>
                <a:buChar char="•"/>
              </a:pPr>
              <a:r>
                <a:rPr lang="en-GB" sz="900" b="0" dirty="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900" b="0" dirty="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900" b="0" dirty="0">
                  <a:solidFill>
                    <a:sysClr val="windowText" lastClr="000000"/>
                  </a:solidFill>
                </a:rPr>
                <a:t>Do not create new gradients; use only the gradients shown here</a:t>
              </a:r>
              <a:endParaRPr lang="en-US" sz="900" b="0" dirty="0">
                <a:solidFill>
                  <a:sysClr val="windowText" lastClr="000000"/>
                </a:solidFill>
              </a:endParaRPr>
            </a:p>
          </p:txBody>
        </p:sp>
        <p:sp>
          <p:nvSpPr>
            <p:cNvPr id="79" name="Rectangle 78">
              <a:extLst>
                <a:ext uri="{FF2B5EF4-FFF2-40B4-BE49-F238E27FC236}">
                  <a16:creationId xmlns:a16="http://schemas.microsoft.com/office/drawing/2014/main" id="{1C6CCCB6-A62E-421C-8B92-2C3D7D91FA2B}"/>
                </a:ext>
              </a:extLst>
            </p:cNvPr>
            <p:cNvSpPr>
              <a:spLocks/>
            </p:cNvSpPr>
            <p:nvPr userDrawn="1"/>
          </p:nvSpPr>
          <p:spPr>
            <a:xfrm>
              <a:off x="744537" y="2323989"/>
              <a:ext cx="498229"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30</a:t>
              </a:r>
            </a:p>
            <a:p>
              <a:pPr algn="ctr"/>
              <a:r>
                <a:rPr lang="en-GB" sz="800" dirty="0">
                  <a:solidFill>
                    <a:schemeClr val="bg1"/>
                  </a:solidFill>
                </a:rPr>
                <a:t>73</a:t>
              </a:r>
            </a:p>
            <a:p>
              <a:pPr algn="ctr"/>
              <a:r>
                <a:rPr lang="en-GB" sz="800" dirty="0">
                  <a:solidFill>
                    <a:schemeClr val="bg1"/>
                  </a:solidFill>
                </a:rPr>
                <a:t>226</a:t>
              </a:r>
            </a:p>
          </p:txBody>
        </p:sp>
        <p:sp>
          <p:nvSpPr>
            <p:cNvPr id="80" name="Rectangle 79">
              <a:extLst>
                <a:ext uri="{FF2B5EF4-FFF2-40B4-BE49-F238E27FC236}">
                  <a16:creationId xmlns:a16="http://schemas.microsoft.com/office/drawing/2014/main" id="{B5D058D9-891A-45C6-A859-A91512DC49C3}"/>
                </a:ext>
              </a:extLst>
            </p:cNvPr>
            <p:cNvSpPr>
              <a:spLocks/>
            </p:cNvSpPr>
            <p:nvPr userDrawn="1"/>
          </p:nvSpPr>
          <p:spPr>
            <a:xfrm>
              <a:off x="744537" y="1809427"/>
              <a:ext cx="498229"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51</a:t>
              </a:r>
            </a:p>
            <a:p>
              <a:pPr algn="ctr"/>
              <a:r>
                <a:rPr lang="en-GB" sz="800" dirty="0">
                  <a:solidFill>
                    <a:schemeClr val="bg1"/>
                  </a:solidFill>
                </a:rPr>
                <a:t>141</a:t>
              </a:r>
            </a:p>
          </p:txBody>
        </p:sp>
        <p:sp>
          <p:nvSpPr>
            <p:cNvPr id="81" name="Rectangle 80">
              <a:extLst>
                <a:ext uri="{FF2B5EF4-FFF2-40B4-BE49-F238E27FC236}">
                  <a16:creationId xmlns:a16="http://schemas.microsoft.com/office/drawing/2014/main" id="{3CFCE92B-420F-45F6-AAA2-1516D93CBA5A}"/>
                </a:ext>
              </a:extLst>
            </p:cNvPr>
            <p:cNvSpPr>
              <a:spLocks/>
            </p:cNvSpPr>
            <p:nvPr userDrawn="1"/>
          </p:nvSpPr>
          <p:spPr>
            <a:xfrm>
              <a:off x="744537" y="2838550"/>
              <a:ext cx="498229"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12</a:t>
              </a:r>
            </a:p>
            <a:p>
              <a:pPr algn="ctr"/>
              <a:r>
                <a:rPr lang="en-GB" sz="800" dirty="0">
                  <a:solidFill>
                    <a:schemeClr val="bg1"/>
                  </a:solidFill>
                </a:rPr>
                <a:t>35</a:t>
              </a:r>
            </a:p>
            <a:p>
              <a:pPr algn="ctr"/>
              <a:r>
                <a:rPr lang="en-GB" sz="800" dirty="0">
                  <a:solidFill>
                    <a:schemeClr val="bg1"/>
                  </a:solidFill>
                </a:rPr>
                <a:t>60</a:t>
              </a:r>
            </a:p>
          </p:txBody>
        </p:sp>
        <p:sp>
          <p:nvSpPr>
            <p:cNvPr id="82" name="Rectangle 81">
              <a:extLst>
                <a:ext uri="{FF2B5EF4-FFF2-40B4-BE49-F238E27FC236}">
                  <a16:creationId xmlns:a16="http://schemas.microsoft.com/office/drawing/2014/main" id="{ED579963-1F54-4CA1-9885-8DE06B6BDEE7}"/>
                </a:ext>
              </a:extLst>
            </p:cNvPr>
            <p:cNvSpPr>
              <a:spLocks/>
            </p:cNvSpPr>
            <p:nvPr userDrawn="1"/>
          </p:nvSpPr>
          <p:spPr>
            <a:xfrm>
              <a:off x="744537" y="3353112"/>
              <a:ext cx="498229"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172</a:t>
              </a:r>
            </a:p>
            <a:p>
              <a:pPr algn="ctr"/>
              <a:r>
                <a:rPr lang="en-GB" sz="800" dirty="0">
                  <a:solidFill>
                    <a:sysClr val="windowText" lastClr="000000"/>
                  </a:solidFill>
                </a:rPr>
                <a:t>234</a:t>
              </a:r>
            </a:p>
            <a:p>
              <a:pPr algn="ctr"/>
              <a:r>
                <a:rPr lang="en-GB" sz="800" dirty="0">
                  <a:solidFill>
                    <a:sysClr val="windowText" lastClr="000000"/>
                  </a:solidFill>
                </a:rPr>
                <a:t>255</a:t>
              </a:r>
            </a:p>
          </p:txBody>
        </p:sp>
        <p:sp>
          <p:nvSpPr>
            <p:cNvPr id="83" name="Rectangle 82">
              <a:extLst>
                <a:ext uri="{FF2B5EF4-FFF2-40B4-BE49-F238E27FC236}">
                  <a16:creationId xmlns:a16="http://schemas.microsoft.com/office/drawing/2014/main" id="{3DA19530-1311-4D20-BD92-B6FC885822DF}"/>
                </a:ext>
              </a:extLst>
            </p:cNvPr>
            <p:cNvSpPr>
              <a:spLocks/>
            </p:cNvSpPr>
            <p:nvPr userDrawn="1"/>
          </p:nvSpPr>
          <p:spPr>
            <a:xfrm>
              <a:off x="2320350" y="1809934"/>
              <a:ext cx="498229"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118</a:t>
              </a:r>
            </a:p>
            <a:p>
              <a:pPr algn="ctr"/>
              <a:r>
                <a:rPr lang="en-GB" sz="800" dirty="0">
                  <a:solidFill>
                    <a:sysClr val="windowText" lastClr="000000"/>
                  </a:solidFill>
                </a:rPr>
                <a:t>210</a:t>
              </a:r>
            </a:p>
            <a:p>
              <a:pPr algn="ctr"/>
              <a:r>
                <a:rPr lang="en-GB" sz="800" dirty="0">
                  <a:solidFill>
                    <a:sysClr val="windowText" lastClr="000000"/>
                  </a:solidFill>
                </a:rPr>
                <a:t>255</a:t>
              </a:r>
            </a:p>
          </p:txBody>
        </p:sp>
        <p:sp>
          <p:nvSpPr>
            <p:cNvPr id="84" name="Rectangle 83">
              <a:extLst>
                <a:ext uri="{FF2B5EF4-FFF2-40B4-BE49-F238E27FC236}">
                  <a16:creationId xmlns:a16="http://schemas.microsoft.com/office/drawing/2014/main" id="{7183D8E7-0722-484A-BD0E-DD999D047EF7}"/>
                </a:ext>
              </a:extLst>
            </p:cNvPr>
            <p:cNvSpPr>
              <a:spLocks/>
            </p:cNvSpPr>
            <p:nvPr userDrawn="1"/>
          </p:nvSpPr>
          <p:spPr>
            <a:xfrm>
              <a:off x="744537" y="3864167"/>
              <a:ext cx="498229"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184</a:t>
              </a:r>
            </a:p>
            <a:p>
              <a:pPr algn="ctr"/>
              <a:r>
                <a:rPr lang="en-GB" sz="800" dirty="0">
                  <a:solidFill>
                    <a:schemeClr val="bg1"/>
                  </a:solidFill>
                </a:rPr>
                <a:t>245</a:t>
              </a:r>
            </a:p>
          </p:txBody>
        </p:sp>
        <p:sp>
          <p:nvSpPr>
            <p:cNvPr id="85" name="Rectangle 84">
              <a:extLst>
                <a:ext uri="{FF2B5EF4-FFF2-40B4-BE49-F238E27FC236}">
                  <a16:creationId xmlns:a16="http://schemas.microsoft.com/office/drawing/2014/main" id="{658E84B9-8D1C-413E-9BD1-604A69C5BF43}"/>
                </a:ext>
              </a:extLst>
            </p:cNvPr>
            <p:cNvSpPr>
              <a:spLocks/>
            </p:cNvSpPr>
            <p:nvPr userDrawn="1"/>
          </p:nvSpPr>
          <p:spPr>
            <a:xfrm>
              <a:off x="744537" y="4378727"/>
              <a:ext cx="498229"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114</a:t>
              </a:r>
            </a:p>
            <a:p>
              <a:pPr algn="ctr"/>
              <a:r>
                <a:rPr lang="en-GB" sz="800" dirty="0">
                  <a:solidFill>
                    <a:schemeClr val="bg1"/>
                  </a:solidFill>
                </a:rPr>
                <a:t>19</a:t>
              </a:r>
            </a:p>
            <a:p>
              <a:pPr algn="ctr"/>
              <a:r>
                <a:rPr lang="en-GB" sz="800" dirty="0">
                  <a:solidFill>
                    <a:schemeClr val="bg1"/>
                  </a:solidFill>
                </a:rPr>
                <a:t>234</a:t>
              </a:r>
            </a:p>
          </p:txBody>
        </p:sp>
        <p:sp>
          <p:nvSpPr>
            <p:cNvPr id="86" name="Rectangle 85">
              <a:extLst>
                <a:ext uri="{FF2B5EF4-FFF2-40B4-BE49-F238E27FC236}">
                  <a16:creationId xmlns:a16="http://schemas.microsoft.com/office/drawing/2014/main" id="{20712A97-0EBF-48ED-9307-8D30E643F322}"/>
                </a:ext>
              </a:extLst>
            </p:cNvPr>
            <p:cNvSpPr>
              <a:spLocks/>
            </p:cNvSpPr>
            <p:nvPr userDrawn="1"/>
          </p:nvSpPr>
          <p:spPr>
            <a:xfrm>
              <a:off x="744537" y="4886895"/>
              <a:ext cx="498229"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253</a:t>
              </a:r>
            </a:p>
            <a:p>
              <a:pPr algn="ctr"/>
              <a:r>
                <a:rPr lang="en-GB" sz="800" dirty="0">
                  <a:solidFill>
                    <a:schemeClr val="bg1"/>
                  </a:solidFill>
                </a:rPr>
                <a:t>52</a:t>
              </a:r>
            </a:p>
            <a:p>
              <a:pPr algn="ctr"/>
              <a:r>
                <a:rPr lang="en-GB" sz="800" dirty="0">
                  <a:solidFill>
                    <a:schemeClr val="bg1"/>
                  </a:solidFill>
                </a:rPr>
                <a:t>156</a:t>
              </a:r>
            </a:p>
          </p:txBody>
        </p:sp>
        <p:sp>
          <p:nvSpPr>
            <p:cNvPr id="87" name="TextBox 86">
              <a:extLst>
                <a:ext uri="{FF2B5EF4-FFF2-40B4-BE49-F238E27FC236}">
                  <a16:creationId xmlns:a16="http://schemas.microsoft.com/office/drawing/2014/main" id="{7A808690-D620-4682-876A-6A2BE5D2CC7B}"/>
                </a:ext>
              </a:extLst>
            </p:cNvPr>
            <p:cNvSpPr txBox="1"/>
            <p:nvPr userDrawn="1"/>
          </p:nvSpPr>
          <p:spPr>
            <a:xfrm>
              <a:off x="1340827" y="2971948"/>
              <a:ext cx="420788" cy="153888"/>
            </a:xfrm>
            <a:prstGeom prst="rect">
              <a:avLst/>
            </a:prstGeom>
            <a:noFill/>
          </p:spPr>
          <p:txBody>
            <a:bodyPr wrap="none" lIns="0" tIns="0" rIns="0" bIns="0" rtlCol="0" anchor="ctr">
              <a:spAutoFit/>
            </a:bodyPr>
            <a:lstStyle/>
            <a:p>
              <a:pPr algn="l">
                <a:spcAft>
                  <a:spcPts val="600"/>
                </a:spcAft>
              </a:pPr>
              <a:r>
                <a:rPr lang="en-GB" sz="1000" dirty="0"/>
                <a:t>Dark Blue</a:t>
              </a:r>
            </a:p>
          </p:txBody>
        </p:sp>
        <p:sp>
          <p:nvSpPr>
            <p:cNvPr id="88" name="TextBox 87">
              <a:extLst>
                <a:ext uri="{FF2B5EF4-FFF2-40B4-BE49-F238E27FC236}">
                  <a16:creationId xmlns:a16="http://schemas.microsoft.com/office/drawing/2014/main" id="{8BF2206E-5916-42EC-86DA-75CD68782D8A}"/>
                </a:ext>
              </a:extLst>
            </p:cNvPr>
            <p:cNvSpPr txBox="1"/>
            <p:nvPr userDrawn="1"/>
          </p:nvSpPr>
          <p:spPr>
            <a:xfrm>
              <a:off x="1340827" y="1949834"/>
              <a:ext cx="489317" cy="153888"/>
            </a:xfrm>
            <a:prstGeom prst="rect">
              <a:avLst/>
            </a:prstGeom>
            <a:noFill/>
          </p:spPr>
          <p:txBody>
            <a:bodyPr wrap="none" lIns="0" tIns="0" rIns="0" bIns="0" rtlCol="0" anchor="ctr">
              <a:spAutoFit/>
            </a:bodyPr>
            <a:lstStyle/>
            <a:p>
              <a:pPr algn="l">
                <a:spcAft>
                  <a:spcPts val="600"/>
                </a:spcAft>
              </a:pPr>
              <a:r>
                <a:rPr lang="en-GB" sz="1000" dirty="0"/>
                <a:t>KPMG blue</a:t>
              </a:r>
            </a:p>
          </p:txBody>
        </p:sp>
        <p:sp>
          <p:nvSpPr>
            <p:cNvPr id="89" name="TextBox 88">
              <a:extLst>
                <a:ext uri="{FF2B5EF4-FFF2-40B4-BE49-F238E27FC236}">
                  <a16:creationId xmlns:a16="http://schemas.microsoft.com/office/drawing/2014/main" id="{03341ADC-EF47-4A44-9591-5318DB1CE7C2}"/>
                </a:ext>
              </a:extLst>
            </p:cNvPr>
            <p:cNvSpPr txBox="1"/>
            <p:nvPr userDrawn="1"/>
          </p:nvSpPr>
          <p:spPr>
            <a:xfrm>
              <a:off x="1340827" y="3483005"/>
              <a:ext cx="424396" cy="153888"/>
            </a:xfrm>
            <a:prstGeom prst="rect">
              <a:avLst/>
            </a:prstGeom>
            <a:noFill/>
          </p:spPr>
          <p:txBody>
            <a:bodyPr wrap="none" lIns="0" tIns="0" rIns="0" bIns="0" rtlCol="0" anchor="ctr">
              <a:spAutoFit/>
            </a:bodyPr>
            <a:lstStyle/>
            <a:p>
              <a:pPr algn="l">
                <a:spcAft>
                  <a:spcPts val="600"/>
                </a:spcAft>
              </a:pPr>
              <a:r>
                <a:rPr lang="en-GB" sz="1000" dirty="0"/>
                <a:t>Light Blue</a:t>
              </a:r>
            </a:p>
          </p:txBody>
        </p:sp>
        <p:sp>
          <p:nvSpPr>
            <p:cNvPr id="90" name="TextBox 89">
              <a:extLst>
                <a:ext uri="{FF2B5EF4-FFF2-40B4-BE49-F238E27FC236}">
                  <a16:creationId xmlns:a16="http://schemas.microsoft.com/office/drawing/2014/main" id="{6CF26BF6-AD26-4C72-9939-9C5E73242966}"/>
                </a:ext>
              </a:extLst>
            </p:cNvPr>
            <p:cNvSpPr txBox="1"/>
            <p:nvPr userDrawn="1"/>
          </p:nvSpPr>
          <p:spPr>
            <a:xfrm>
              <a:off x="2970266" y="1936324"/>
              <a:ext cx="191159" cy="153888"/>
            </a:xfrm>
            <a:prstGeom prst="rect">
              <a:avLst/>
            </a:prstGeom>
            <a:noFill/>
          </p:spPr>
          <p:txBody>
            <a:bodyPr wrap="none" lIns="0" tIns="0" rIns="0" bIns="0" rtlCol="0" anchor="ctr">
              <a:spAutoFit/>
            </a:bodyPr>
            <a:lstStyle/>
            <a:p>
              <a:pPr algn="l">
                <a:spcAft>
                  <a:spcPts val="600"/>
                </a:spcAft>
              </a:pPr>
              <a:r>
                <a:rPr lang="en-GB" sz="1000" dirty="0"/>
                <a:t>Blue</a:t>
              </a:r>
            </a:p>
          </p:txBody>
        </p:sp>
        <p:sp>
          <p:nvSpPr>
            <p:cNvPr id="91" name="TextBox 90">
              <a:extLst>
                <a:ext uri="{FF2B5EF4-FFF2-40B4-BE49-F238E27FC236}">
                  <a16:creationId xmlns:a16="http://schemas.microsoft.com/office/drawing/2014/main" id="{0459E1A9-B702-403A-BD2F-57F91FC0850B}"/>
                </a:ext>
              </a:extLst>
            </p:cNvPr>
            <p:cNvSpPr txBox="1"/>
            <p:nvPr userDrawn="1"/>
          </p:nvSpPr>
          <p:spPr>
            <a:xfrm>
              <a:off x="1340827" y="2460891"/>
              <a:ext cx="494126" cy="153888"/>
            </a:xfrm>
            <a:prstGeom prst="rect">
              <a:avLst/>
            </a:prstGeom>
            <a:noFill/>
          </p:spPr>
          <p:txBody>
            <a:bodyPr wrap="none" lIns="0" tIns="0" rIns="0" bIns="0" rtlCol="0" anchor="ctr">
              <a:spAutoFit/>
            </a:bodyPr>
            <a:lstStyle/>
            <a:p>
              <a:pPr algn="l">
                <a:spcAft>
                  <a:spcPts val="600"/>
                </a:spcAft>
              </a:pPr>
              <a:r>
                <a:rPr lang="en-GB" sz="1000" dirty="0"/>
                <a:t>Cobalt Blue</a:t>
              </a:r>
            </a:p>
          </p:txBody>
        </p:sp>
        <p:sp>
          <p:nvSpPr>
            <p:cNvPr id="92" name="TextBox 91">
              <a:extLst>
                <a:ext uri="{FF2B5EF4-FFF2-40B4-BE49-F238E27FC236}">
                  <a16:creationId xmlns:a16="http://schemas.microsoft.com/office/drawing/2014/main" id="{01FFEA28-D780-43D0-8B75-8A5B4F306580}"/>
                </a:ext>
              </a:extLst>
            </p:cNvPr>
            <p:cNvSpPr txBox="1"/>
            <p:nvPr userDrawn="1"/>
          </p:nvSpPr>
          <p:spPr>
            <a:xfrm>
              <a:off x="1340827" y="3993446"/>
              <a:ext cx="500137" cy="153888"/>
            </a:xfrm>
            <a:prstGeom prst="rect">
              <a:avLst/>
            </a:prstGeom>
            <a:noFill/>
          </p:spPr>
          <p:txBody>
            <a:bodyPr wrap="none" lIns="0" tIns="0" rIns="0" bIns="0" rtlCol="0" anchor="ctr">
              <a:spAutoFit/>
            </a:bodyPr>
            <a:lstStyle/>
            <a:p>
              <a:pPr algn="l">
                <a:spcAft>
                  <a:spcPts val="600"/>
                </a:spcAft>
              </a:pPr>
              <a:r>
                <a:rPr lang="en-GB" sz="1000" dirty="0"/>
                <a:t>Pacific Blue</a:t>
              </a:r>
            </a:p>
          </p:txBody>
        </p:sp>
        <p:sp>
          <p:nvSpPr>
            <p:cNvPr id="93" name="TextBox 92">
              <a:extLst>
                <a:ext uri="{FF2B5EF4-FFF2-40B4-BE49-F238E27FC236}">
                  <a16:creationId xmlns:a16="http://schemas.microsoft.com/office/drawing/2014/main" id="{9A53432A-20E1-4268-9964-4BCDE38F90DA}"/>
                </a:ext>
              </a:extLst>
            </p:cNvPr>
            <p:cNvSpPr txBox="1"/>
            <p:nvPr userDrawn="1"/>
          </p:nvSpPr>
          <p:spPr>
            <a:xfrm>
              <a:off x="1340827" y="4504503"/>
              <a:ext cx="276518" cy="153888"/>
            </a:xfrm>
            <a:prstGeom prst="rect">
              <a:avLst/>
            </a:prstGeom>
            <a:noFill/>
          </p:spPr>
          <p:txBody>
            <a:bodyPr wrap="none" lIns="0" tIns="0" rIns="0" bIns="0" rtlCol="0" anchor="ctr">
              <a:spAutoFit/>
            </a:bodyPr>
            <a:lstStyle/>
            <a:p>
              <a:pPr algn="l">
                <a:spcAft>
                  <a:spcPts val="600"/>
                </a:spcAft>
              </a:pPr>
              <a:r>
                <a:rPr lang="en-GB" sz="1000" dirty="0"/>
                <a:t>Purple</a:t>
              </a:r>
            </a:p>
          </p:txBody>
        </p:sp>
        <p:sp>
          <p:nvSpPr>
            <p:cNvPr id="94" name="TextBox 93">
              <a:extLst>
                <a:ext uri="{FF2B5EF4-FFF2-40B4-BE49-F238E27FC236}">
                  <a16:creationId xmlns:a16="http://schemas.microsoft.com/office/drawing/2014/main" id="{89D315D0-7F8B-4022-94B4-A3A5E2968BDF}"/>
                </a:ext>
              </a:extLst>
            </p:cNvPr>
            <p:cNvSpPr txBox="1"/>
            <p:nvPr userDrawn="1"/>
          </p:nvSpPr>
          <p:spPr>
            <a:xfrm>
              <a:off x="1340827" y="5015563"/>
              <a:ext cx="186350" cy="153888"/>
            </a:xfrm>
            <a:prstGeom prst="rect">
              <a:avLst/>
            </a:prstGeom>
            <a:noFill/>
          </p:spPr>
          <p:txBody>
            <a:bodyPr wrap="none" lIns="0" tIns="0" rIns="0" bIns="0" rtlCol="0" anchor="ctr">
              <a:spAutoFit/>
            </a:bodyPr>
            <a:lstStyle/>
            <a:p>
              <a:pPr algn="l">
                <a:spcAft>
                  <a:spcPts val="600"/>
                </a:spcAft>
              </a:pPr>
              <a:r>
                <a:rPr lang="en-GB" sz="1000" dirty="0"/>
                <a:t>Pink</a:t>
              </a:r>
            </a:p>
          </p:txBody>
        </p:sp>
        <p:sp>
          <p:nvSpPr>
            <p:cNvPr id="95" name="Rectangle 94">
              <a:extLst>
                <a:ext uri="{FF2B5EF4-FFF2-40B4-BE49-F238E27FC236}">
                  <a16:creationId xmlns:a16="http://schemas.microsoft.com/office/drawing/2014/main" id="{DAFDED92-DA92-44E3-BF97-0BB5BEDB60B5}"/>
                </a:ext>
              </a:extLst>
            </p:cNvPr>
            <p:cNvSpPr>
              <a:spLocks/>
            </p:cNvSpPr>
            <p:nvPr userDrawn="1"/>
          </p:nvSpPr>
          <p:spPr>
            <a:xfrm>
              <a:off x="2320350" y="2320484"/>
              <a:ext cx="498229"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81</a:t>
              </a:r>
            </a:p>
            <a:p>
              <a:pPr algn="ctr"/>
              <a:r>
                <a:rPr lang="en-GB" sz="800" dirty="0">
                  <a:solidFill>
                    <a:schemeClr val="bg1"/>
                  </a:solidFill>
                </a:rPr>
                <a:t>13</a:t>
              </a:r>
            </a:p>
            <a:p>
              <a:pPr algn="ctr"/>
              <a:r>
                <a:rPr lang="en-GB" sz="800" dirty="0">
                  <a:solidFill>
                    <a:schemeClr val="bg1"/>
                  </a:solidFill>
                </a:rPr>
                <a:t>188</a:t>
              </a:r>
            </a:p>
          </p:txBody>
        </p:sp>
        <p:sp>
          <p:nvSpPr>
            <p:cNvPr id="96" name="Rectangle 95">
              <a:extLst>
                <a:ext uri="{FF2B5EF4-FFF2-40B4-BE49-F238E27FC236}">
                  <a16:creationId xmlns:a16="http://schemas.microsoft.com/office/drawing/2014/main" id="{9DF0DC60-6AAA-4012-BC41-FEB6F2083843}"/>
                </a:ext>
              </a:extLst>
            </p:cNvPr>
            <p:cNvSpPr>
              <a:spLocks/>
            </p:cNvSpPr>
            <p:nvPr userDrawn="1"/>
          </p:nvSpPr>
          <p:spPr>
            <a:xfrm>
              <a:off x="2320350" y="2835046"/>
              <a:ext cx="498229"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180</a:t>
              </a:r>
            </a:p>
            <a:p>
              <a:pPr algn="ctr"/>
              <a:r>
                <a:rPr lang="en-GB" sz="800" dirty="0">
                  <a:solidFill>
                    <a:schemeClr val="bg1"/>
                  </a:solidFill>
                </a:rPr>
                <a:t>151</a:t>
              </a:r>
            </a:p>
            <a:p>
              <a:pPr algn="ctr"/>
              <a:r>
                <a:rPr lang="en-GB" sz="800" dirty="0">
                  <a:solidFill>
                    <a:schemeClr val="bg1"/>
                  </a:solidFill>
                </a:rPr>
                <a:t>255</a:t>
              </a:r>
            </a:p>
          </p:txBody>
        </p:sp>
        <p:sp>
          <p:nvSpPr>
            <p:cNvPr id="97" name="Rectangle 96">
              <a:extLst>
                <a:ext uri="{FF2B5EF4-FFF2-40B4-BE49-F238E27FC236}">
                  <a16:creationId xmlns:a16="http://schemas.microsoft.com/office/drawing/2014/main" id="{0F299589-C66B-4B3A-9741-4F7829CE59D0}"/>
                </a:ext>
              </a:extLst>
            </p:cNvPr>
            <p:cNvSpPr>
              <a:spLocks/>
            </p:cNvSpPr>
            <p:nvPr userDrawn="1"/>
          </p:nvSpPr>
          <p:spPr>
            <a:xfrm>
              <a:off x="2320350" y="3349607"/>
              <a:ext cx="498229"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171</a:t>
              </a:r>
            </a:p>
            <a:p>
              <a:pPr algn="ctr"/>
              <a:r>
                <a:rPr lang="en-GB" sz="800" dirty="0">
                  <a:solidFill>
                    <a:schemeClr val="bg1"/>
                  </a:solidFill>
                </a:rPr>
                <a:t>13</a:t>
              </a:r>
            </a:p>
            <a:p>
              <a:pPr algn="ctr"/>
              <a:r>
                <a:rPr lang="en-GB" sz="800" dirty="0">
                  <a:solidFill>
                    <a:schemeClr val="bg1"/>
                  </a:solidFill>
                </a:rPr>
                <a:t>130</a:t>
              </a:r>
            </a:p>
          </p:txBody>
        </p:sp>
        <p:sp>
          <p:nvSpPr>
            <p:cNvPr id="98" name="Rectangle 97">
              <a:extLst>
                <a:ext uri="{FF2B5EF4-FFF2-40B4-BE49-F238E27FC236}">
                  <a16:creationId xmlns:a16="http://schemas.microsoft.com/office/drawing/2014/main" id="{52FE2735-8D0F-4605-AB23-F14C511A3CB5}"/>
                </a:ext>
              </a:extLst>
            </p:cNvPr>
            <p:cNvSpPr>
              <a:spLocks/>
            </p:cNvSpPr>
            <p:nvPr userDrawn="1"/>
          </p:nvSpPr>
          <p:spPr>
            <a:xfrm>
              <a:off x="2320350" y="3864169"/>
              <a:ext cx="498229"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255</a:t>
              </a:r>
            </a:p>
            <a:p>
              <a:pPr algn="ctr"/>
              <a:r>
                <a:rPr lang="en-GB" sz="800" dirty="0">
                  <a:solidFill>
                    <a:sysClr val="windowText" lastClr="000000"/>
                  </a:solidFill>
                </a:rPr>
                <a:t>163</a:t>
              </a:r>
            </a:p>
            <a:p>
              <a:pPr algn="ctr"/>
              <a:r>
                <a:rPr lang="en-GB" sz="800" dirty="0">
                  <a:solidFill>
                    <a:sysClr val="windowText" lastClr="000000"/>
                  </a:solidFill>
                </a:rPr>
                <a:t>218</a:t>
              </a:r>
            </a:p>
          </p:txBody>
        </p:sp>
        <p:sp>
          <p:nvSpPr>
            <p:cNvPr id="99" name="Rectangle 98">
              <a:extLst>
                <a:ext uri="{FF2B5EF4-FFF2-40B4-BE49-F238E27FC236}">
                  <a16:creationId xmlns:a16="http://schemas.microsoft.com/office/drawing/2014/main" id="{D9AA833D-4796-467A-A8D3-36A44F8B419A}"/>
                </a:ext>
              </a:extLst>
            </p:cNvPr>
            <p:cNvSpPr>
              <a:spLocks/>
            </p:cNvSpPr>
            <p:nvPr userDrawn="1"/>
          </p:nvSpPr>
          <p:spPr>
            <a:xfrm>
              <a:off x="2320350" y="4378729"/>
              <a:ext cx="498229"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9</a:t>
              </a:r>
            </a:p>
            <a:p>
              <a:pPr algn="ctr"/>
              <a:r>
                <a:rPr lang="en-GB" sz="800" dirty="0">
                  <a:solidFill>
                    <a:schemeClr val="bg1"/>
                  </a:solidFill>
                </a:rPr>
                <a:t>142</a:t>
              </a:r>
            </a:p>
            <a:p>
              <a:pPr algn="ctr"/>
              <a:r>
                <a:rPr lang="en-GB" sz="800" dirty="0">
                  <a:solidFill>
                    <a:schemeClr val="bg1"/>
                  </a:solidFill>
                </a:rPr>
                <a:t>126</a:t>
              </a:r>
            </a:p>
          </p:txBody>
        </p:sp>
        <p:sp>
          <p:nvSpPr>
            <p:cNvPr id="100" name="Rectangle 99">
              <a:extLst>
                <a:ext uri="{FF2B5EF4-FFF2-40B4-BE49-F238E27FC236}">
                  <a16:creationId xmlns:a16="http://schemas.microsoft.com/office/drawing/2014/main" id="{80B4CC58-C2B8-4895-BBA4-4C98E6335604}"/>
                </a:ext>
              </a:extLst>
            </p:cNvPr>
            <p:cNvSpPr>
              <a:spLocks/>
            </p:cNvSpPr>
            <p:nvPr userDrawn="1"/>
          </p:nvSpPr>
          <p:spPr>
            <a:xfrm>
              <a:off x="2320350" y="4886897"/>
              <a:ext cx="498229"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0</a:t>
              </a:r>
            </a:p>
            <a:p>
              <a:pPr algn="ctr"/>
              <a:r>
                <a:rPr lang="en-GB" sz="800" dirty="0">
                  <a:solidFill>
                    <a:schemeClr val="bg1"/>
                  </a:solidFill>
                </a:rPr>
                <a:t>192</a:t>
              </a:r>
            </a:p>
            <a:p>
              <a:pPr algn="ctr"/>
              <a:r>
                <a:rPr lang="en-GB" sz="800" dirty="0">
                  <a:solidFill>
                    <a:schemeClr val="bg1"/>
                  </a:solidFill>
                </a:rPr>
                <a:t>174</a:t>
              </a:r>
            </a:p>
          </p:txBody>
        </p:sp>
        <p:sp>
          <p:nvSpPr>
            <p:cNvPr id="101" name="Rectangle 100">
              <a:extLst>
                <a:ext uri="{FF2B5EF4-FFF2-40B4-BE49-F238E27FC236}">
                  <a16:creationId xmlns:a16="http://schemas.microsoft.com/office/drawing/2014/main" id="{1A30DAEA-20F7-49DD-B942-EB7B18B95BA6}"/>
                </a:ext>
              </a:extLst>
            </p:cNvPr>
            <p:cNvSpPr>
              <a:spLocks/>
            </p:cNvSpPr>
            <p:nvPr userDrawn="1"/>
          </p:nvSpPr>
          <p:spPr>
            <a:xfrm>
              <a:off x="2320350" y="5401457"/>
              <a:ext cx="498229"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accent3"/>
                  </a:solidFill>
                </a:rPr>
                <a:t>99</a:t>
              </a:r>
            </a:p>
            <a:p>
              <a:pPr algn="ctr"/>
              <a:r>
                <a:rPr lang="en-GB" sz="800" dirty="0">
                  <a:solidFill>
                    <a:schemeClr val="accent3"/>
                  </a:solidFill>
                </a:rPr>
                <a:t>235</a:t>
              </a:r>
            </a:p>
            <a:p>
              <a:pPr algn="ctr"/>
              <a:r>
                <a:rPr lang="en-GB" sz="800" dirty="0">
                  <a:solidFill>
                    <a:schemeClr val="accent3"/>
                  </a:solidFill>
                </a:rPr>
                <a:t>218</a:t>
              </a:r>
            </a:p>
          </p:txBody>
        </p:sp>
        <p:sp>
          <p:nvSpPr>
            <p:cNvPr id="102" name="TextBox 101">
              <a:extLst>
                <a:ext uri="{FF2B5EF4-FFF2-40B4-BE49-F238E27FC236}">
                  <a16:creationId xmlns:a16="http://schemas.microsoft.com/office/drawing/2014/main" id="{C382E5F3-A502-4315-9260-ADA858E5164A}"/>
                </a:ext>
              </a:extLst>
            </p:cNvPr>
            <p:cNvSpPr txBox="1"/>
            <p:nvPr userDrawn="1"/>
          </p:nvSpPr>
          <p:spPr>
            <a:xfrm>
              <a:off x="2970266" y="3483005"/>
              <a:ext cx="415979" cy="153888"/>
            </a:xfrm>
            <a:prstGeom prst="rect">
              <a:avLst/>
            </a:prstGeom>
            <a:noFill/>
          </p:spPr>
          <p:txBody>
            <a:bodyPr wrap="none" lIns="0" tIns="0" rIns="0" bIns="0" rtlCol="0" anchor="ctr">
              <a:spAutoFit/>
            </a:bodyPr>
            <a:lstStyle/>
            <a:p>
              <a:pPr algn="l">
                <a:spcAft>
                  <a:spcPts val="600"/>
                </a:spcAft>
              </a:pPr>
              <a:r>
                <a:rPr lang="en-GB" sz="1000" dirty="0"/>
                <a:t>Dark Pink</a:t>
              </a:r>
            </a:p>
          </p:txBody>
        </p:sp>
        <p:sp>
          <p:nvSpPr>
            <p:cNvPr id="103" name="TextBox 102">
              <a:extLst>
                <a:ext uri="{FF2B5EF4-FFF2-40B4-BE49-F238E27FC236}">
                  <a16:creationId xmlns:a16="http://schemas.microsoft.com/office/drawing/2014/main" id="{A76D41E5-06BB-42BE-B99A-BE923E405C80}"/>
                </a:ext>
              </a:extLst>
            </p:cNvPr>
            <p:cNvSpPr txBox="1"/>
            <p:nvPr userDrawn="1"/>
          </p:nvSpPr>
          <p:spPr>
            <a:xfrm>
              <a:off x="2970266" y="2460891"/>
              <a:ext cx="506149" cy="153888"/>
            </a:xfrm>
            <a:prstGeom prst="rect">
              <a:avLst/>
            </a:prstGeom>
            <a:noFill/>
          </p:spPr>
          <p:txBody>
            <a:bodyPr wrap="none" lIns="0" tIns="0" rIns="0" bIns="0" rtlCol="0" anchor="ctr">
              <a:spAutoFit/>
            </a:bodyPr>
            <a:lstStyle/>
            <a:p>
              <a:pPr algn="l">
                <a:spcAft>
                  <a:spcPts val="600"/>
                </a:spcAft>
              </a:pPr>
              <a:r>
                <a:rPr lang="en-GB" sz="1000" dirty="0"/>
                <a:t>Dark Purple</a:t>
              </a:r>
            </a:p>
          </p:txBody>
        </p:sp>
        <p:sp>
          <p:nvSpPr>
            <p:cNvPr id="104" name="TextBox 103">
              <a:extLst>
                <a:ext uri="{FF2B5EF4-FFF2-40B4-BE49-F238E27FC236}">
                  <a16:creationId xmlns:a16="http://schemas.microsoft.com/office/drawing/2014/main" id="{25921892-7372-4910-8E0B-FD6C97196335}"/>
                </a:ext>
              </a:extLst>
            </p:cNvPr>
            <p:cNvSpPr txBox="1"/>
            <p:nvPr userDrawn="1"/>
          </p:nvSpPr>
          <p:spPr>
            <a:xfrm>
              <a:off x="2970266" y="3994062"/>
              <a:ext cx="419587" cy="153888"/>
            </a:xfrm>
            <a:prstGeom prst="rect">
              <a:avLst/>
            </a:prstGeom>
            <a:noFill/>
          </p:spPr>
          <p:txBody>
            <a:bodyPr wrap="none" lIns="0" tIns="0" rIns="0" bIns="0" rtlCol="0" anchor="ctr">
              <a:spAutoFit/>
            </a:bodyPr>
            <a:lstStyle/>
            <a:p>
              <a:pPr algn="l">
                <a:spcAft>
                  <a:spcPts val="600"/>
                </a:spcAft>
              </a:pPr>
              <a:r>
                <a:rPr lang="en-GB" sz="1000" dirty="0"/>
                <a:t>Light Pink</a:t>
              </a:r>
            </a:p>
          </p:txBody>
        </p:sp>
        <p:sp>
          <p:nvSpPr>
            <p:cNvPr id="105" name="TextBox 104">
              <a:extLst>
                <a:ext uri="{FF2B5EF4-FFF2-40B4-BE49-F238E27FC236}">
                  <a16:creationId xmlns:a16="http://schemas.microsoft.com/office/drawing/2014/main" id="{61EC2F8D-4F64-4E72-9513-0ECCDADBDF16}"/>
                </a:ext>
              </a:extLst>
            </p:cNvPr>
            <p:cNvSpPr txBox="1"/>
            <p:nvPr userDrawn="1"/>
          </p:nvSpPr>
          <p:spPr>
            <a:xfrm>
              <a:off x="2970266" y="4505119"/>
              <a:ext cx="495328" cy="153888"/>
            </a:xfrm>
            <a:prstGeom prst="rect">
              <a:avLst/>
            </a:prstGeom>
            <a:noFill/>
          </p:spPr>
          <p:txBody>
            <a:bodyPr wrap="none" lIns="0" tIns="0" rIns="0" bIns="0" rtlCol="0" anchor="ctr">
              <a:spAutoFit/>
            </a:bodyPr>
            <a:lstStyle/>
            <a:p>
              <a:pPr algn="l">
                <a:spcAft>
                  <a:spcPts val="600"/>
                </a:spcAft>
              </a:pPr>
              <a:r>
                <a:rPr lang="en-GB" sz="1000" dirty="0"/>
                <a:t>Dark Green</a:t>
              </a:r>
            </a:p>
          </p:txBody>
        </p:sp>
        <p:sp>
          <p:nvSpPr>
            <p:cNvPr id="106" name="TextBox 105">
              <a:extLst>
                <a:ext uri="{FF2B5EF4-FFF2-40B4-BE49-F238E27FC236}">
                  <a16:creationId xmlns:a16="http://schemas.microsoft.com/office/drawing/2014/main" id="{55241AE1-B726-4425-9FA5-6179218F2926}"/>
                </a:ext>
              </a:extLst>
            </p:cNvPr>
            <p:cNvSpPr txBox="1"/>
            <p:nvPr userDrawn="1"/>
          </p:nvSpPr>
          <p:spPr>
            <a:xfrm>
              <a:off x="2970266" y="2971948"/>
              <a:ext cx="509755" cy="153888"/>
            </a:xfrm>
            <a:prstGeom prst="rect">
              <a:avLst/>
            </a:prstGeom>
            <a:noFill/>
          </p:spPr>
          <p:txBody>
            <a:bodyPr wrap="none" lIns="0" tIns="0" rIns="0" bIns="0" rtlCol="0" anchor="ctr">
              <a:spAutoFit/>
            </a:bodyPr>
            <a:lstStyle/>
            <a:p>
              <a:pPr algn="l">
                <a:spcAft>
                  <a:spcPts val="600"/>
                </a:spcAft>
              </a:pPr>
              <a:r>
                <a:rPr lang="en-GB" sz="1000" dirty="0"/>
                <a:t>Light Purple</a:t>
              </a:r>
            </a:p>
          </p:txBody>
        </p:sp>
        <p:sp>
          <p:nvSpPr>
            <p:cNvPr id="107" name="TextBox 106">
              <a:extLst>
                <a:ext uri="{FF2B5EF4-FFF2-40B4-BE49-F238E27FC236}">
                  <a16:creationId xmlns:a16="http://schemas.microsoft.com/office/drawing/2014/main" id="{FA9D7BC8-9853-4E94-802A-3732004B1BD8}"/>
                </a:ext>
              </a:extLst>
            </p:cNvPr>
            <p:cNvSpPr txBox="1"/>
            <p:nvPr userDrawn="1"/>
          </p:nvSpPr>
          <p:spPr>
            <a:xfrm>
              <a:off x="2970266" y="5016176"/>
              <a:ext cx="265698" cy="153888"/>
            </a:xfrm>
            <a:prstGeom prst="rect">
              <a:avLst/>
            </a:prstGeom>
            <a:noFill/>
          </p:spPr>
          <p:txBody>
            <a:bodyPr wrap="none" lIns="0" tIns="0" rIns="0" bIns="0" rtlCol="0" anchor="ctr">
              <a:spAutoFit/>
            </a:bodyPr>
            <a:lstStyle/>
            <a:p>
              <a:pPr algn="l">
                <a:spcAft>
                  <a:spcPts val="600"/>
                </a:spcAft>
              </a:pPr>
              <a:r>
                <a:rPr lang="en-GB" sz="1000" dirty="0"/>
                <a:t>Green</a:t>
              </a:r>
            </a:p>
          </p:txBody>
        </p:sp>
        <p:sp>
          <p:nvSpPr>
            <p:cNvPr id="108" name="TextBox 107">
              <a:extLst>
                <a:ext uri="{FF2B5EF4-FFF2-40B4-BE49-F238E27FC236}">
                  <a16:creationId xmlns:a16="http://schemas.microsoft.com/office/drawing/2014/main" id="{62F0856A-D0B6-411F-BD17-3A7E9E4653C6}"/>
                </a:ext>
              </a:extLst>
            </p:cNvPr>
            <p:cNvSpPr txBox="1"/>
            <p:nvPr userDrawn="1"/>
          </p:nvSpPr>
          <p:spPr>
            <a:xfrm>
              <a:off x="2970266" y="5527233"/>
              <a:ext cx="498935" cy="153888"/>
            </a:xfrm>
            <a:prstGeom prst="rect">
              <a:avLst/>
            </a:prstGeom>
            <a:noFill/>
          </p:spPr>
          <p:txBody>
            <a:bodyPr wrap="none" lIns="0" tIns="0" rIns="0" bIns="0" rtlCol="0" anchor="ctr">
              <a:spAutoFit/>
            </a:bodyPr>
            <a:lstStyle/>
            <a:p>
              <a:pPr algn="l">
                <a:spcAft>
                  <a:spcPts val="600"/>
                </a:spcAft>
              </a:pPr>
              <a:r>
                <a:rPr lang="en-GB" sz="1000" dirty="0"/>
                <a:t>Light Green</a:t>
              </a:r>
            </a:p>
          </p:txBody>
        </p:sp>
        <p:sp>
          <p:nvSpPr>
            <p:cNvPr id="109" name="Rectangle 108">
              <a:extLst>
                <a:ext uri="{FF2B5EF4-FFF2-40B4-BE49-F238E27FC236}">
                  <a16:creationId xmlns:a16="http://schemas.microsoft.com/office/drawing/2014/main" id="{CFF7DC62-449A-46BE-9480-648C6AC62E33}"/>
                </a:ext>
              </a:extLst>
            </p:cNvPr>
            <p:cNvSpPr>
              <a:spLocks/>
            </p:cNvSpPr>
            <p:nvPr userDrawn="1"/>
          </p:nvSpPr>
          <p:spPr>
            <a:xfrm>
              <a:off x="4154808" y="1809427"/>
              <a:ext cx="498229"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51</a:t>
              </a:r>
            </a:p>
            <a:p>
              <a:pPr algn="ctr"/>
              <a:r>
                <a:rPr lang="en-GB" sz="800" dirty="0">
                  <a:solidFill>
                    <a:schemeClr val="bg1"/>
                  </a:solidFill>
                </a:rPr>
                <a:t>51</a:t>
              </a:r>
            </a:p>
            <a:p>
              <a:pPr algn="ctr"/>
              <a:r>
                <a:rPr lang="en-GB" sz="800" dirty="0">
                  <a:solidFill>
                    <a:schemeClr val="bg1"/>
                  </a:solidFill>
                </a:rPr>
                <a:t>51</a:t>
              </a:r>
            </a:p>
          </p:txBody>
        </p:sp>
        <p:sp>
          <p:nvSpPr>
            <p:cNvPr id="110" name="Rectangle 109">
              <a:extLst>
                <a:ext uri="{FF2B5EF4-FFF2-40B4-BE49-F238E27FC236}">
                  <a16:creationId xmlns:a16="http://schemas.microsoft.com/office/drawing/2014/main" id="{FF7F36D4-41F9-421F-B858-4D031CF8AD2A}"/>
                </a:ext>
              </a:extLst>
            </p:cNvPr>
            <p:cNvSpPr>
              <a:spLocks/>
            </p:cNvSpPr>
            <p:nvPr userDrawn="1"/>
          </p:nvSpPr>
          <p:spPr>
            <a:xfrm>
              <a:off x="4154808" y="2323989"/>
              <a:ext cx="498229"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r>
                <a:rPr lang="en-GB" sz="800" dirty="0">
                  <a:solidFill>
                    <a:schemeClr val="bg1"/>
                  </a:solidFill>
                </a:rPr>
                <a:t>102</a:t>
              </a:r>
            </a:p>
            <a:p>
              <a:pPr algn="ctr"/>
              <a:endParaRPr lang="en-GB" sz="800" dirty="0">
                <a:solidFill>
                  <a:schemeClr val="bg1"/>
                </a:solidFill>
              </a:endParaRPr>
            </a:p>
          </p:txBody>
        </p:sp>
        <p:sp>
          <p:nvSpPr>
            <p:cNvPr id="111" name="Rectangle 110">
              <a:extLst>
                <a:ext uri="{FF2B5EF4-FFF2-40B4-BE49-F238E27FC236}">
                  <a16:creationId xmlns:a16="http://schemas.microsoft.com/office/drawing/2014/main" id="{49C027AB-2023-4797-A6C6-0F32261F1F42}"/>
                </a:ext>
              </a:extLst>
            </p:cNvPr>
            <p:cNvSpPr>
              <a:spLocks/>
            </p:cNvSpPr>
            <p:nvPr userDrawn="1"/>
          </p:nvSpPr>
          <p:spPr>
            <a:xfrm>
              <a:off x="4154808" y="2838550"/>
              <a:ext cx="498229"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152</a:t>
              </a:r>
            </a:p>
            <a:p>
              <a:pPr algn="ctr"/>
              <a:r>
                <a:rPr lang="en-GB" sz="800" dirty="0">
                  <a:solidFill>
                    <a:schemeClr val="bg1"/>
                  </a:solidFill>
                </a:rPr>
                <a:t>152</a:t>
              </a:r>
            </a:p>
            <a:p>
              <a:pPr algn="ctr"/>
              <a:r>
                <a:rPr lang="en-GB" sz="800" dirty="0">
                  <a:solidFill>
                    <a:schemeClr val="bg1"/>
                  </a:solidFill>
                </a:rPr>
                <a:t>152</a:t>
              </a:r>
            </a:p>
          </p:txBody>
        </p:sp>
        <p:sp>
          <p:nvSpPr>
            <p:cNvPr id="112" name="Rectangle 111">
              <a:extLst>
                <a:ext uri="{FF2B5EF4-FFF2-40B4-BE49-F238E27FC236}">
                  <a16:creationId xmlns:a16="http://schemas.microsoft.com/office/drawing/2014/main" id="{8EDDA08F-D939-4AA6-A048-6EE74A4100BD}"/>
                </a:ext>
              </a:extLst>
            </p:cNvPr>
            <p:cNvSpPr>
              <a:spLocks/>
            </p:cNvSpPr>
            <p:nvPr userDrawn="1"/>
          </p:nvSpPr>
          <p:spPr>
            <a:xfrm>
              <a:off x="4154808" y="3353112"/>
              <a:ext cx="498229"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ysClr val="windowText" lastClr="000000"/>
                  </a:solidFill>
                </a:rPr>
                <a:t>178</a:t>
              </a:r>
            </a:p>
            <a:p>
              <a:pPr algn="ctr"/>
              <a:r>
                <a:rPr lang="en-GB" sz="800" dirty="0">
                  <a:solidFill>
                    <a:sysClr val="windowText" lastClr="000000"/>
                  </a:solidFill>
                </a:rPr>
                <a:t>178</a:t>
              </a:r>
            </a:p>
            <a:p>
              <a:pPr algn="ctr"/>
              <a:r>
                <a:rPr lang="en-GB" sz="800" dirty="0">
                  <a:solidFill>
                    <a:sysClr val="windowText" lastClr="000000"/>
                  </a:solidFill>
                </a:rPr>
                <a:t>178</a:t>
              </a:r>
            </a:p>
          </p:txBody>
        </p:sp>
        <p:sp>
          <p:nvSpPr>
            <p:cNvPr id="113" name="Rectangle 112">
              <a:extLst>
                <a:ext uri="{FF2B5EF4-FFF2-40B4-BE49-F238E27FC236}">
                  <a16:creationId xmlns:a16="http://schemas.microsoft.com/office/drawing/2014/main" id="{E2188C3B-F549-4E44-8958-F9047CA58F04}"/>
                </a:ext>
              </a:extLst>
            </p:cNvPr>
            <p:cNvSpPr>
              <a:spLocks/>
            </p:cNvSpPr>
            <p:nvPr userDrawn="1"/>
          </p:nvSpPr>
          <p:spPr>
            <a:xfrm>
              <a:off x="4154808" y="3867672"/>
              <a:ext cx="498229"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229</a:t>
              </a:r>
            </a:p>
            <a:p>
              <a:pPr algn="ctr"/>
              <a:r>
                <a:rPr lang="en-GB" sz="800" dirty="0">
                  <a:solidFill>
                    <a:schemeClr val="tx1"/>
                  </a:solidFill>
                </a:rPr>
                <a:t>229</a:t>
              </a:r>
            </a:p>
            <a:p>
              <a:pPr algn="ctr"/>
              <a:r>
                <a:rPr lang="en-GB" sz="800" dirty="0">
                  <a:solidFill>
                    <a:schemeClr val="tx1"/>
                  </a:solidFill>
                </a:rPr>
                <a:t>229</a:t>
              </a:r>
            </a:p>
          </p:txBody>
        </p:sp>
        <p:sp>
          <p:nvSpPr>
            <p:cNvPr id="114" name="TextBox 113">
              <a:extLst>
                <a:ext uri="{FF2B5EF4-FFF2-40B4-BE49-F238E27FC236}">
                  <a16:creationId xmlns:a16="http://schemas.microsoft.com/office/drawing/2014/main" id="{0EB82386-0F1E-41EF-929D-05279349ADC6}"/>
                </a:ext>
              </a:extLst>
            </p:cNvPr>
            <p:cNvSpPr txBox="1"/>
            <p:nvPr userDrawn="1"/>
          </p:nvSpPr>
          <p:spPr>
            <a:xfrm>
              <a:off x="4768579" y="2971948"/>
              <a:ext cx="287339" cy="153888"/>
            </a:xfrm>
            <a:prstGeom prst="rect">
              <a:avLst/>
            </a:prstGeom>
            <a:noFill/>
          </p:spPr>
          <p:txBody>
            <a:bodyPr wrap="none" lIns="0" tIns="0" rIns="0" bIns="0" rtlCol="0" anchor="ctr">
              <a:spAutoFit/>
            </a:bodyPr>
            <a:lstStyle/>
            <a:p>
              <a:pPr algn="l">
                <a:spcAft>
                  <a:spcPts val="600"/>
                </a:spcAft>
              </a:pPr>
              <a:r>
                <a:rPr lang="en-GB" sz="1000" dirty="0"/>
                <a:t>Grey 3</a:t>
              </a:r>
            </a:p>
          </p:txBody>
        </p:sp>
        <p:sp>
          <p:nvSpPr>
            <p:cNvPr id="115" name="TextBox 114">
              <a:extLst>
                <a:ext uri="{FF2B5EF4-FFF2-40B4-BE49-F238E27FC236}">
                  <a16:creationId xmlns:a16="http://schemas.microsoft.com/office/drawing/2014/main" id="{EC20A092-D558-460A-8DF3-266167F42A07}"/>
                </a:ext>
              </a:extLst>
            </p:cNvPr>
            <p:cNvSpPr txBox="1"/>
            <p:nvPr userDrawn="1"/>
          </p:nvSpPr>
          <p:spPr>
            <a:xfrm>
              <a:off x="4768579" y="1949834"/>
              <a:ext cx="287339" cy="153888"/>
            </a:xfrm>
            <a:prstGeom prst="rect">
              <a:avLst/>
            </a:prstGeom>
            <a:noFill/>
          </p:spPr>
          <p:txBody>
            <a:bodyPr wrap="none" lIns="0" tIns="0" rIns="0" bIns="0" rtlCol="0" anchor="ctr">
              <a:spAutoFit/>
            </a:bodyPr>
            <a:lstStyle/>
            <a:p>
              <a:pPr algn="l">
                <a:spcAft>
                  <a:spcPts val="600"/>
                </a:spcAft>
              </a:pPr>
              <a:r>
                <a:rPr lang="en-GB" sz="1000" dirty="0"/>
                <a:t>Grey 1</a:t>
              </a:r>
            </a:p>
          </p:txBody>
        </p:sp>
        <p:sp>
          <p:nvSpPr>
            <p:cNvPr id="116" name="TextBox 115">
              <a:extLst>
                <a:ext uri="{FF2B5EF4-FFF2-40B4-BE49-F238E27FC236}">
                  <a16:creationId xmlns:a16="http://schemas.microsoft.com/office/drawing/2014/main" id="{E1AAB55F-39D1-4037-89D1-93434C33032F}"/>
                </a:ext>
              </a:extLst>
            </p:cNvPr>
            <p:cNvSpPr txBox="1"/>
            <p:nvPr userDrawn="1"/>
          </p:nvSpPr>
          <p:spPr>
            <a:xfrm>
              <a:off x="4768579" y="3483005"/>
              <a:ext cx="287339" cy="153888"/>
            </a:xfrm>
            <a:prstGeom prst="rect">
              <a:avLst/>
            </a:prstGeom>
            <a:noFill/>
          </p:spPr>
          <p:txBody>
            <a:bodyPr wrap="none" lIns="0" tIns="0" rIns="0" bIns="0" rtlCol="0" anchor="ctr">
              <a:spAutoFit/>
            </a:bodyPr>
            <a:lstStyle/>
            <a:p>
              <a:pPr algn="l">
                <a:spcAft>
                  <a:spcPts val="600"/>
                </a:spcAft>
              </a:pPr>
              <a:r>
                <a:rPr lang="en-GB" sz="1000" dirty="0"/>
                <a:t>Grey 4</a:t>
              </a:r>
            </a:p>
          </p:txBody>
        </p:sp>
        <p:sp>
          <p:nvSpPr>
            <p:cNvPr id="117" name="TextBox 116">
              <a:extLst>
                <a:ext uri="{FF2B5EF4-FFF2-40B4-BE49-F238E27FC236}">
                  <a16:creationId xmlns:a16="http://schemas.microsoft.com/office/drawing/2014/main" id="{0EB3A36F-88B2-4970-B3BC-AEB77002E7FC}"/>
                </a:ext>
              </a:extLst>
            </p:cNvPr>
            <p:cNvSpPr txBox="1"/>
            <p:nvPr userDrawn="1"/>
          </p:nvSpPr>
          <p:spPr>
            <a:xfrm>
              <a:off x="4768579" y="3994062"/>
              <a:ext cx="287339" cy="153888"/>
            </a:xfrm>
            <a:prstGeom prst="rect">
              <a:avLst/>
            </a:prstGeom>
            <a:noFill/>
          </p:spPr>
          <p:txBody>
            <a:bodyPr wrap="none" lIns="0" tIns="0" rIns="0" bIns="0" rtlCol="0" anchor="ctr">
              <a:spAutoFit/>
            </a:bodyPr>
            <a:lstStyle/>
            <a:p>
              <a:pPr algn="l">
                <a:spcAft>
                  <a:spcPts val="600"/>
                </a:spcAft>
              </a:pPr>
              <a:r>
                <a:rPr lang="en-GB" sz="1000" dirty="0"/>
                <a:t>Grey 5</a:t>
              </a:r>
            </a:p>
          </p:txBody>
        </p:sp>
        <p:sp>
          <p:nvSpPr>
            <p:cNvPr id="118" name="TextBox 117">
              <a:extLst>
                <a:ext uri="{FF2B5EF4-FFF2-40B4-BE49-F238E27FC236}">
                  <a16:creationId xmlns:a16="http://schemas.microsoft.com/office/drawing/2014/main" id="{ABBE1CC0-B972-46C4-8AA3-1BB0C3535351}"/>
                </a:ext>
              </a:extLst>
            </p:cNvPr>
            <p:cNvSpPr txBox="1"/>
            <p:nvPr userDrawn="1"/>
          </p:nvSpPr>
          <p:spPr>
            <a:xfrm>
              <a:off x="4768579" y="2460891"/>
              <a:ext cx="287339" cy="153888"/>
            </a:xfrm>
            <a:prstGeom prst="rect">
              <a:avLst/>
            </a:prstGeom>
            <a:noFill/>
          </p:spPr>
          <p:txBody>
            <a:bodyPr wrap="none" lIns="0" tIns="0" rIns="0" bIns="0" rtlCol="0" anchor="ctr">
              <a:spAutoFit/>
            </a:bodyPr>
            <a:lstStyle/>
            <a:p>
              <a:pPr algn="l">
                <a:spcAft>
                  <a:spcPts val="600"/>
                </a:spcAft>
              </a:pPr>
              <a:r>
                <a:rPr lang="en-GB" sz="1000" dirty="0"/>
                <a:t>Grey 2</a:t>
              </a:r>
            </a:p>
          </p:txBody>
        </p:sp>
        <p:sp>
          <p:nvSpPr>
            <p:cNvPr id="119" name="Rectangle 118">
              <a:extLst>
                <a:ext uri="{FF2B5EF4-FFF2-40B4-BE49-F238E27FC236}">
                  <a16:creationId xmlns:a16="http://schemas.microsoft.com/office/drawing/2014/main" id="{E5516CC6-6D8D-4C1C-B220-8839308EB501}"/>
                </a:ext>
              </a:extLst>
            </p:cNvPr>
            <p:cNvSpPr>
              <a:spLocks/>
            </p:cNvSpPr>
            <p:nvPr userDrawn="1"/>
          </p:nvSpPr>
          <p:spPr>
            <a:xfrm>
              <a:off x="4154808" y="4382050"/>
              <a:ext cx="498229"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tx1"/>
                  </a:solidFill>
                </a:rPr>
                <a:t>255</a:t>
              </a:r>
            </a:p>
            <a:p>
              <a:pPr algn="ctr"/>
              <a:r>
                <a:rPr lang="en-GB" sz="800" dirty="0">
                  <a:solidFill>
                    <a:schemeClr val="tx1"/>
                  </a:solidFill>
                </a:rPr>
                <a:t>255</a:t>
              </a:r>
            </a:p>
            <a:p>
              <a:pPr algn="ctr"/>
              <a:r>
                <a:rPr lang="en-GB" sz="800" dirty="0">
                  <a:solidFill>
                    <a:schemeClr val="tx1"/>
                  </a:solidFill>
                </a:rPr>
                <a:t>255</a:t>
              </a:r>
            </a:p>
          </p:txBody>
        </p:sp>
        <p:sp>
          <p:nvSpPr>
            <p:cNvPr id="120" name="TextBox 119">
              <a:extLst>
                <a:ext uri="{FF2B5EF4-FFF2-40B4-BE49-F238E27FC236}">
                  <a16:creationId xmlns:a16="http://schemas.microsoft.com/office/drawing/2014/main" id="{5134923B-E1C0-4B8F-8806-6E2363EDD581}"/>
                </a:ext>
              </a:extLst>
            </p:cNvPr>
            <p:cNvSpPr txBox="1"/>
            <p:nvPr userDrawn="1"/>
          </p:nvSpPr>
          <p:spPr>
            <a:xfrm>
              <a:off x="4768579" y="4508440"/>
              <a:ext cx="245260" cy="153888"/>
            </a:xfrm>
            <a:prstGeom prst="rect">
              <a:avLst/>
            </a:prstGeom>
            <a:noFill/>
          </p:spPr>
          <p:txBody>
            <a:bodyPr wrap="none" lIns="0" tIns="0" rIns="0" bIns="0" rtlCol="0" anchor="ctr">
              <a:spAutoFit/>
            </a:bodyPr>
            <a:lstStyle/>
            <a:p>
              <a:pPr algn="l">
                <a:spcAft>
                  <a:spcPts val="600"/>
                </a:spcAft>
              </a:pPr>
              <a:r>
                <a:rPr lang="en-GB" sz="1000" dirty="0"/>
                <a:t>White</a:t>
              </a:r>
            </a:p>
          </p:txBody>
        </p:sp>
        <p:sp>
          <p:nvSpPr>
            <p:cNvPr id="121" name="TextBox 120">
              <a:extLst>
                <a:ext uri="{FF2B5EF4-FFF2-40B4-BE49-F238E27FC236}">
                  <a16:creationId xmlns:a16="http://schemas.microsoft.com/office/drawing/2014/main" id="{30F106EF-D505-447B-8E3D-E09568B13929}"/>
                </a:ext>
              </a:extLst>
            </p:cNvPr>
            <p:cNvSpPr txBox="1"/>
            <p:nvPr userDrawn="1"/>
          </p:nvSpPr>
          <p:spPr>
            <a:xfrm>
              <a:off x="5717542" y="3747821"/>
              <a:ext cx="1077218" cy="138499"/>
            </a:xfrm>
            <a:prstGeom prst="rect">
              <a:avLst/>
            </a:prstGeom>
            <a:noFill/>
          </p:spPr>
          <p:txBody>
            <a:bodyPr wrap="square" lIns="0" tIns="0" rIns="0" bIns="0" rtlCol="0">
              <a:spAutoFit/>
            </a:bodyPr>
            <a:lstStyle/>
            <a:p>
              <a:pPr algn="l">
                <a:spcAft>
                  <a:spcPts val="600"/>
                </a:spcAft>
              </a:pPr>
              <a:r>
                <a:rPr lang="en-US" sz="900" b="1" dirty="0">
                  <a:solidFill>
                    <a:sysClr val="windowText" lastClr="000000"/>
                  </a:solidFill>
                </a:rPr>
                <a:t>Traffic Light Palette</a:t>
              </a:r>
              <a:endParaRPr lang="en-US" sz="900" b="0" dirty="0">
                <a:solidFill>
                  <a:sysClr val="windowText" lastClr="000000"/>
                </a:solidFill>
              </a:endParaRPr>
            </a:p>
          </p:txBody>
        </p:sp>
        <p:sp>
          <p:nvSpPr>
            <p:cNvPr id="122" name="Rectangle 121">
              <a:extLst>
                <a:ext uri="{FF2B5EF4-FFF2-40B4-BE49-F238E27FC236}">
                  <a16:creationId xmlns:a16="http://schemas.microsoft.com/office/drawing/2014/main" id="{E45901A9-6CF4-4226-9708-8B95E135C372}"/>
                </a:ext>
              </a:extLst>
            </p:cNvPr>
            <p:cNvSpPr>
              <a:spLocks/>
            </p:cNvSpPr>
            <p:nvPr userDrawn="1"/>
          </p:nvSpPr>
          <p:spPr>
            <a:xfrm>
              <a:off x="7410915" y="4000421"/>
              <a:ext cx="651210"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38</a:t>
              </a:r>
            </a:p>
            <a:p>
              <a:pPr algn="ctr"/>
              <a:r>
                <a:rPr lang="en-GB" sz="800" dirty="0">
                  <a:solidFill>
                    <a:schemeClr val="bg1"/>
                  </a:solidFill>
                </a:rPr>
                <a:t>153</a:t>
              </a:r>
            </a:p>
            <a:p>
              <a:pPr algn="ctr"/>
              <a:r>
                <a:rPr lang="en-GB" sz="800" dirty="0">
                  <a:solidFill>
                    <a:schemeClr val="bg1"/>
                  </a:solidFill>
                </a:rPr>
                <a:t>36</a:t>
              </a:r>
            </a:p>
          </p:txBody>
        </p:sp>
        <p:sp>
          <p:nvSpPr>
            <p:cNvPr id="123" name="Rectangle 122">
              <a:extLst>
                <a:ext uri="{FF2B5EF4-FFF2-40B4-BE49-F238E27FC236}">
                  <a16:creationId xmlns:a16="http://schemas.microsoft.com/office/drawing/2014/main" id="{3E524828-4C92-4372-8290-965A3CD0C2C9}"/>
                </a:ext>
              </a:extLst>
            </p:cNvPr>
            <p:cNvSpPr>
              <a:spLocks/>
            </p:cNvSpPr>
            <p:nvPr userDrawn="1"/>
          </p:nvSpPr>
          <p:spPr>
            <a:xfrm>
              <a:off x="6564228" y="4000421"/>
              <a:ext cx="651210"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241</a:t>
              </a:r>
            </a:p>
            <a:p>
              <a:pPr algn="ctr"/>
              <a:r>
                <a:rPr lang="en-GB" sz="800" dirty="0">
                  <a:solidFill>
                    <a:schemeClr val="bg1"/>
                  </a:solidFill>
                </a:rPr>
                <a:t>196</a:t>
              </a:r>
            </a:p>
            <a:p>
              <a:pPr algn="ctr"/>
              <a:r>
                <a:rPr lang="en-GB" sz="800" dirty="0">
                  <a:solidFill>
                    <a:schemeClr val="bg1"/>
                  </a:solidFill>
                </a:rPr>
                <a:t>77</a:t>
              </a:r>
            </a:p>
          </p:txBody>
        </p:sp>
        <p:sp>
          <p:nvSpPr>
            <p:cNvPr id="124" name="Rectangle 123">
              <a:extLst>
                <a:ext uri="{FF2B5EF4-FFF2-40B4-BE49-F238E27FC236}">
                  <a16:creationId xmlns:a16="http://schemas.microsoft.com/office/drawing/2014/main" id="{750EECF0-0CE1-4595-A42B-878C8014E6B5}"/>
                </a:ext>
              </a:extLst>
            </p:cNvPr>
            <p:cNvSpPr>
              <a:spLocks/>
            </p:cNvSpPr>
            <p:nvPr userDrawn="1"/>
          </p:nvSpPr>
          <p:spPr>
            <a:xfrm>
              <a:off x="5717542" y="4000421"/>
              <a:ext cx="651210"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dirty="0">
                  <a:solidFill>
                    <a:schemeClr val="bg1"/>
                  </a:solidFill>
                </a:rPr>
                <a:t>237</a:t>
              </a:r>
            </a:p>
            <a:p>
              <a:pPr algn="ctr"/>
              <a:r>
                <a:rPr lang="en-GB" sz="800" dirty="0">
                  <a:solidFill>
                    <a:schemeClr val="bg1"/>
                  </a:solidFill>
                </a:rPr>
                <a:t>33</a:t>
              </a:r>
            </a:p>
            <a:p>
              <a:pPr algn="ctr"/>
              <a:r>
                <a:rPr lang="en-GB" sz="800" dirty="0">
                  <a:solidFill>
                    <a:schemeClr val="bg1"/>
                  </a:solidFill>
                </a:rPr>
                <a:t>36</a:t>
              </a:r>
            </a:p>
          </p:txBody>
        </p:sp>
        <p:sp>
          <p:nvSpPr>
            <p:cNvPr id="125" name="TextBox 124">
              <a:extLst>
                <a:ext uri="{FF2B5EF4-FFF2-40B4-BE49-F238E27FC236}">
                  <a16:creationId xmlns:a16="http://schemas.microsoft.com/office/drawing/2014/main" id="{8CE6D65E-992D-4587-93C9-7138C87154DE}"/>
                </a:ext>
              </a:extLst>
            </p:cNvPr>
            <p:cNvSpPr txBox="1"/>
            <p:nvPr userDrawn="1"/>
          </p:nvSpPr>
          <p:spPr>
            <a:xfrm>
              <a:off x="5717542" y="4575412"/>
              <a:ext cx="2616142" cy="626317"/>
            </a:xfrm>
            <a:prstGeom prst="rect">
              <a:avLst/>
            </a:prstGeom>
            <a:noFill/>
          </p:spPr>
          <p:txBody>
            <a:bodyPr wrap="square" lIns="0" tIns="0" rIns="0" bIns="0" rtlCol="0">
              <a:noAutofit/>
            </a:bodyPr>
            <a:lstStyle/>
            <a:p>
              <a:pPr algn="l">
                <a:spcAft>
                  <a:spcPts val="300"/>
                </a:spcAft>
              </a:pPr>
              <a:r>
                <a:rPr lang="en-US" sz="900" b="1" dirty="0">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900" b="0" dirty="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900" b="0" dirty="0">
                  <a:solidFill>
                    <a:sysClr val="windowText" lastClr="000000"/>
                  </a:solidFill>
                </a:rPr>
                <a:t>Mix light, mid and dark tones within data sets</a:t>
              </a:r>
            </a:p>
          </p:txBody>
        </p:sp>
        <p:cxnSp>
          <p:nvCxnSpPr>
            <p:cNvPr id="126" name="Straight Connector 125">
              <a:extLst>
                <a:ext uri="{FF2B5EF4-FFF2-40B4-BE49-F238E27FC236}">
                  <a16:creationId xmlns:a16="http://schemas.microsoft.com/office/drawing/2014/main" id="{F04FC2E2-15AA-4389-B66E-80F82C35E3C2}"/>
                </a:ext>
              </a:extLst>
            </p:cNvPr>
            <p:cNvCxnSpPr>
              <a:cxnSpLocks/>
            </p:cNvCxnSpPr>
            <p:nvPr userDrawn="1"/>
          </p:nvCxnSpPr>
          <p:spPr>
            <a:xfrm>
              <a:off x="5717542" y="4504503"/>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7" name="Rectangle 126">
              <a:extLst>
                <a:ext uri="{FF2B5EF4-FFF2-40B4-BE49-F238E27FC236}">
                  <a16:creationId xmlns:a16="http://schemas.microsoft.com/office/drawing/2014/main" id="{CDF1D398-B499-40E5-BB4D-7B57CA2F08E1}"/>
                </a:ext>
              </a:extLst>
            </p:cNvPr>
            <p:cNvSpPr/>
            <p:nvPr userDrawn="1"/>
          </p:nvSpPr>
          <p:spPr>
            <a:xfrm>
              <a:off x="6505188" y="5261186"/>
              <a:ext cx="318368" cy="320103"/>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30</a:t>
              </a:r>
            </a:p>
            <a:p>
              <a:pPr algn="ctr">
                <a:lnSpc>
                  <a:spcPct val="90000"/>
                </a:lnSpc>
              </a:pPr>
              <a:r>
                <a:rPr lang="en-GB" sz="700">
                  <a:solidFill>
                    <a:schemeClr val="bg1"/>
                  </a:solidFill>
                </a:rPr>
                <a:t>73</a:t>
              </a:r>
            </a:p>
            <a:p>
              <a:pPr algn="ctr">
                <a:lnSpc>
                  <a:spcPct val="90000"/>
                </a:lnSpc>
              </a:pPr>
              <a:r>
                <a:rPr lang="en-GB" sz="700">
                  <a:solidFill>
                    <a:schemeClr val="bg1"/>
                  </a:solidFill>
                </a:rPr>
                <a:t>226</a:t>
              </a:r>
              <a:endParaRPr lang="en-GB" sz="700" dirty="0">
                <a:solidFill>
                  <a:schemeClr val="bg1"/>
                </a:solidFill>
              </a:endParaRPr>
            </a:p>
          </p:txBody>
        </p:sp>
        <p:sp>
          <p:nvSpPr>
            <p:cNvPr id="128" name="Rectangle 127">
              <a:extLst>
                <a:ext uri="{FF2B5EF4-FFF2-40B4-BE49-F238E27FC236}">
                  <a16:creationId xmlns:a16="http://schemas.microsoft.com/office/drawing/2014/main" id="{C3673503-AE90-4066-A3F3-36334BDF3D4F}"/>
                </a:ext>
              </a:extLst>
            </p:cNvPr>
            <p:cNvSpPr/>
            <p:nvPr userDrawn="1"/>
          </p:nvSpPr>
          <p:spPr>
            <a:xfrm>
              <a:off x="5717542" y="5261186"/>
              <a:ext cx="318368" cy="320103"/>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51</a:t>
              </a:r>
            </a:p>
            <a:p>
              <a:pPr algn="ctr">
                <a:lnSpc>
                  <a:spcPct val="90000"/>
                </a:lnSpc>
              </a:pPr>
              <a:r>
                <a:rPr lang="en-GB" sz="700">
                  <a:solidFill>
                    <a:schemeClr val="bg1"/>
                  </a:solidFill>
                </a:rPr>
                <a:t>141</a:t>
              </a:r>
              <a:endParaRPr lang="en-GB" sz="700" dirty="0">
                <a:solidFill>
                  <a:schemeClr val="bg1"/>
                </a:solidFill>
              </a:endParaRPr>
            </a:p>
          </p:txBody>
        </p:sp>
        <p:sp>
          <p:nvSpPr>
            <p:cNvPr id="129" name="Rectangle 128">
              <a:extLst>
                <a:ext uri="{FF2B5EF4-FFF2-40B4-BE49-F238E27FC236}">
                  <a16:creationId xmlns:a16="http://schemas.microsoft.com/office/drawing/2014/main" id="{20F4A330-0BF2-4C8D-A53E-D7422C3FE53C}"/>
                </a:ext>
              </a:extLst>
            </p:cNvPr>
            <p:cNvSpPr/>
            <p:nvPr userDrawn="1"/>
          </p:nvSpPr>
          <p:spPr>
            <a:xfrm>
              <a:off x="6899012" y="5261186"/>
              <a:ext cx="318368" cy="320103"/>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ysClr val="windowText" lastClr="000000"/>
                  </a:solidFill>
                </a:rPr>
                <a:t>118</a:t>
              </a:r>
            </a:p>
            <a:p>
              <a:pPr algn="ctr">
                <a:lnSpc>
                  <a:spcPct val="90000"/>
                </a:lnSpc>
              </a:pPr>
              <a:r>
                <a:rPr lang="en-GB" sz="700">
                  <a:solidFill>
                    <a:sysClr val="windowText" lastClr="000000"/>
                  </a:solidFill>
                </a:rPr>
                <a:t>210</a:t>
              </a:r>
            </a:p>
            <a:p>
              <a:pPr algn="ctr">
                <a:lnSpc>
                  <a:spcPct val="90000"/>
                </a:lnSpc>
              </a:pPr>
              <a:r>
                <a:rPr lang="en-GB" sz="700">
                  <a:solidFill>
                    <a:sysClr val="windowText" lastClr="000000"/>
                  </a:solidFill>
                </a:rPr>
                <a:t>255</a:t>
              </a:r>
              <a:endParaRPr lang="en-GB" sz="700" dirty="0">
                <a:solidFill>
                  <a:sysClr val="windowText" lastClr="000000"/>
                </a:solidFill>
              </a:endParaRPr>
            </a:p>
          </p:txBody>
        </p:sp>
        <p:sp>
          <p:nvSpPr>
            <p:cNvPr id="130" name="Rectangle 129">
              <a:extLst>
                <a:ext uri="{FF2B5EF4-FFF2-40B4-BE49-F238E27FC236}">
                  <a16:creationId xmlns:a16="http://schemas.microsoft.com/office/drawing/2014/main" id="{7F494C59-A1E3-4355-BED1-C87693DF9B0D}"/>
                </a:ext>
              </a:extLst>
            </p:cNvPr>
            <p:cNvSpPr/>
            <p:nvPr userDrawn="1"/>
          </p:nvSpPr>
          <p:spPr>
            <a:xfrm>
              <a:off x="7686657" y="5261186"/>
              <a:ext cx="318368" cy="320103"/>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180</a:t>
              </a:r>
            </a:p>
            <a:p>
              <a:pPr algn="ctr">
                <a:lnSpc>
                  <a:spcPct val="90000"/>
                </a:lnSpc>
              </a:pPr>
              <a:r>
                <a:rPr lang="en-GB" sz="700">
                  <a:solidFill>
                    <a:schemeClr val="bg1"/>
                  </a:solidFill>
                </a:rPr>
                <a:t>151</a:t>
              </a:r>
            </a:p>
            <a:p>
              <a:pPr algn="ctr">
                <a:lnSpc>
                  <a:spcPct val="90000"/>
                </a:lnSpc>
              </a:pPr>
              <a:r>
                <a:rPr lang="en-GB" sz="700">
                  <a:solidFill>
                    <a:schemeClr val="bg1"/>
                  </a:solidFill>
                </a:rPr>
                <a:t>255</a:t>
              </a:r>
              <a:endParaRPr lang="en-GB" sz="700" dirty="0">
                <a:solidFill>
                  <a:schemeClr val="bg1"/>
                </a:solidFill>
              </a:endParaRPr>
            </a:p>
          </p:txBody>
        </p:sp>
        <p:sp>
          <p:nvSpPr>
            <p:cNvPr id="131" name="Rectangle 130">
              <a:extLst>
                <a:ext uri="{FF2B5EF4-FFF2-40B4-BE49-F238E27FC236}">
                  <a16:creationId xmlns:a16="http://schemas.microsoft.com/office/drawing/2014/main" id="{B5AE995C-E1C1-4A2B-AA92-E67F52BBA626}"/>
                </a:ext>
              </a:extLst>
            </p:cNvPr>
            <p:cNvSpPr/>
            <p:nvPr userDrawn="1"/>
          </p:nvSpPr>
          <p:spPr>
            <a:xfrm>
              <a:off x="6505188" y="5686997"/>
              <a:ext cx="318368" cy="320103"/>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253</a:t>
              </a:r>
            </a:p>
            <a:p>
              <a:pPr algn="ctr">
                <a:lnSpc>
                  <a:spcPct val="90000"/>
                </a:lnSpc>
              </a:pPr>
              <a:r>
                <a:rPr lang="en-GB" sz="700">
                  <a:solidFill>
                    <a:schemeClr val="bg1"/>
                  </a:solidFill>
                </a:rPr>
                <a:t>52</a:t>
              </a:r>
            </a:p>
            <a:p>
              <a:pPr algn="ctr">
                <a:lnSpc>
                  <a:spcPct val="90000"/>
                </a:lnSpc>
              </a:pPr>
              <a:r>
                <a:rPr lang="en-GB" sz="700">
                  <a:solidFill>
                    <a:schemeClr val="bg1"/>
                  </a:solidFill>
                </a:rPr>
                <a:t>156</a:t>
              </a:r>
              <a:endParaRPr lang="en-GB" sz="700" dirty="0">
                <a:solidFill>
                  <a:schemeClr val="bg1"/>
                </a:solidFill>
              </a:endParaRPr>
            </a:p>
          </p:txBody>
        </p:sp>
        <p:sp>
          <p:nvSpPr>
            <p:cNvPr id="199" name="Rectangle 198">
              <a:extLst>
                <a:ext uri="{FF2B5EF4-FFF2-40B4-BE49-F238E27FC236}">
                  <a16:creationId xmlns:a16="http://schemas.microsoft.com/office/drawing/2014/main" id="{92325898-46FC-4930-9A97-34C264AC840F}"/>
                </a:ext>
              </a:extLst>
            </p:cNvPr>
            <p:cNvSpPr/>
            <p:nvPr userDrawn="1"/>
          </p:nvSpPr>
          <p:spPr>
            <a:xfrm>
              <a:off x="7292834" y="5261186"/>
              <a:ext cx="318368" cy="320103"/>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114</a:t>
              </a:r>
            </a:p>
            <a:p>
              <a:pPr algn="ctr">
                <a:lnSpc>
                  <a:spcPct val="90000"/>
                </a:lnSpc>
              </a:pPr>
              <a:r>
                <a:rPr lang="en-GB" sz="700">
                  <a:solidFill>
                    <a:schemeClr val="bg1"/>
                  </a:solidFill>
                </a:rPr>
                <a:t>19</a:t>
              </a:r>
            </a:p>
            <a:p>
              <a:pPr algn="ctr">
                <a:lnSpc>
                  <a:spcPct val="90000"/>
                </a:lnSpc>
              </a:pPr>
              <a:r>
                <a:rPr lang="en-GB" sz="700">
                  <a:solidFill>
                    <a:schemeClr val="bg1"/>
                  </a:solidFill>
                </a:rPr>
                <a:t>234</a:t>
              </a:r>
              <a:endParaRPr lang="en-GB" sz="700" dirty="0">
                <a:solidFill>
                  <a:schemeClr val="bg1"/>
                </a:solidFill>
              </a:endParaRPr>
            </a:p>
          </p:txBody>
        </p:sp>
        <p:sp>
          <p:nvSpPr>
            <p:cNvPr id="200" name="Rectangle 199">
              <a:extLst>
                <a:ext uri="{FF2B5EF4-FFF2-40B4-BE49-F238E27FC236}">
                  <a16:creationId xmlns:a16="http://schemas.microsoft.com/office/drawing/2014/main" id="{96D20C50-8398-4099-B373-E415D2CC5493}"/>
                </a:ext>
              </a:extLst>
            </p:cNvPr>
            <p:cNvSpPr/>
            <p:nvPr userDrawn="1"/>
          </p:nvSpPr>
          <p:spPr>
            <a:xfrm>
              <a:off x="6899012" y="5686997"/>
              <a:ext cx="318368" cy="320103"/>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255</a:t>
              </a:r>
            </a:p>
            <a:p>
              <a:pPr algn="ctr">
                <a:lnSpc>
                  <a:spcPct val="90000"/>
                </a:lnSpc>
              </a:pPr>
              <a:r>
                <a:rPr lang="en-GB" sz="700">
                  <a:solidFill>
                    <a:schemeClr val="bg1"/>
                  </a:solidFill>
                </a:rPr>
                <a:t>163</a:t>
              </a:r>
            </a:p>
            <a:p>
              <a:pPr algn="ctr">
                <a:lnSpc>
                  <a:spcPct val="90000"/>
                </a:lnSpc>
              </a:pPr>
              <a:r>
                <a:rPr lang="en-GB" sz="700">
                  <a:solidFill>
                    <a:schemeClr val="bg1"/>
                  </a:solidFill>
                </a:rPr>
                <a:t>218</a:t>
              </a:r>
              <a:endParaRPr lang="en-GB" sz="700" dirty="0">
                <a:solidFill>
                  <a:schemeClr val="bg1"/>
                </a:solidFill>
              </a:endParaRPr>
            </a:p>
          </p:txBody>
        </p:sp>
        <p:sp>
          <p:nvSpPr>
            <p:cNvPr id="201" name="Rectangle 200">
              <a:extLst>
                <a:ext uri="{FF2B5EF4-FFF2-40B4-BE49-F238E27FC236}">
                  <a16:creationId xmlns:a16="http://schemas.microsoft.com/office/drawing/2014/main" id="{BFC7A4FD-8291-44D7-96C1-361F35AE670C}"/>
                </a:ext>
              </a:extLst>
            </p:cNvPr>
            <p:cNvSpPr/>
            <p:nvPr userDrawn="1"/>
          </p:nvSpPr>
          <p:spPr>
            <a:xfrm>
              <a:off x="5717542" y="5686997"/>
              <a:ext cx="318368" cy="320103"/>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192</a:t>
              </a:r>
            </a:p>
            <a:p>
              <a:pPr algn="ctr">
                <a:lnSpc>
                  <a:spcPct val="90000"/>
                </a:lnSpc>
              </a:pPr>
              <a:r>
                <a:rPr lang="en-GB" sz="700">
                  <a:solidFill>
                    <a:schemeClr val="bg1"/>
                  </a:solidFill>
                </a:rPr>
                <a:t>174</a:t>
              </a:r>
              <a:endParaRPr lang="en-GB" sz="700" dirty="0">
                <a:solidFill>
                  <a:schemeClr val="bg1"/>
                </a:solidFill>
              </a:endParaRPr>
            </a:p>
          </p:txBody>
        </p:sp>
        <p:sp>
          <p:nvSpPr>
            <p:cNvPr id="202" name="Rectangle 201">
              <a:extLst>
                <a:ext uri="{FF2B5EF4-FFF2-40B4-BE49-F238E27FC236}">
                  <a16:creationId xmlns:a16="http://schemas.microsoft.com/office/drawing/2014/main" id="{DD6B49AB-8626-4F16-B05F-3FC84D94F716}"/>
                </a:ext>
              </a:extLst>
            </p:cNvPr>
            <p:cNvSpPr/>
            <p:nvPr userDrawn="1"/>
          </p:nvSpPr>
          <p:spPr>
            <a:xfrm>
              <a:off x="8080480" y="5686997"/>
              <a:ext cx="318368" cy="320103"/>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ysClr val="windowText" lastClr="000000"/>
                  </a:solidFill>
                </a:rPr>
                <a:t>99</a:t>
              </a:r>
            </a:p>
            <a:p>
              <a:pPr algn="ctr">
                <a:lnSpc>
                  <a:spcPct val="90000"/>
                </a:lnSpc>
              </a:pPr>
              <a:r>
                <a:rPr lang="en-GB" sz="700">
                  <a:solidFill>
                    <a:sysClr val="windowText" lastClr="000000"/>
                  </a:solidFill>
                </a:rPr>
                <a:t>235</a:t>
              </a:r>
            </a:p>
            <a:p>
              <a:pPr algn="ctr">
                <a:lnSpc>
                  <a:spcPct val="90000"/>
                </a:lnSpc>
              </a:pPr>
              <a:r>
                <a:rPr lang="en-GB" sz="700">
                  <a:solidFill>
                    <a:sysClr val="windowText" lastClr="000000"/>
                  </a:solidFill>
                </a:rPr>
                <a:t>218</a:t>
              </a:r>
              <a:endParaRPr lang="en-GB" sz="700" dirty="0">
                <a:solidFill>
                  <a:sysClr val="windowText" lastClr="000000"/>
                </a:solidFill>
              </a:endParaRPr>
            </a:p>
          </p:txBody>
        </p:sp>
        <p:sp>
          <p:nvSpPr>
            <p:cNvPr id="203" name="Rectangle 202">
              <a:extLst>
                <a:ext uri="{FF2B5EF4-FFF2-40B4-BE49-F238E27FC236}">
                  <a16:creationId xmlns:a16="http://schemas.microsoft.com/office/drawing/2014/main" id="{65FF7317-CCED-4903-BD9C-A69BC5F5174D}"/>
                </a:ext>
              </a:extLst>
            </p:cNvPr>
            <p:cNvSpPr/>
            <p:nvPr userDrawn="1"/>
          </p:nvSpPr>
          <p:spPr>
            <a:xfrm>
              <a:off x="6111365" y="5261186"/>
              <a:ext cx="318368" cy="320103"/>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0</a:t>
              </a:r>
            </a:p>
            <a:p>
              <a:pPr algn="ctr">
                <a:lnSpc>
                  <a:spcPct val="90000"/>
                </a:lnSpc>
              </a:pPr>
              <a:r>
                <a:rPr lang="en-GB" sz="700">
                  <a:solidFill>
                    <a:schemeClr val="bg1"/>
                  </a:solidFill>
                </a:rPr>
                <a:t>184</a:t>
              </a:r>
            </a:p>
            <a:p>
              <a:pPr algn="ctr">
                <a:lnSpc>
                  <a:spcPct val="90000"/>
                </a:lnSpc>
              </a:pPr>
              <a:r>
                <a:rPr lang="en-GB" sz="700">
                  <a:solidFill>
                    <a:schemeClr val="bg1"/>
                  </a:solidFill>
                </a:rPr>
                <a:t>245</a:t>
              </a:r>
              <a:endParaRPr lang="en-GB" sz="700" dirty="0">
                <a:solidFill>
                  <a:schemeClr val="bg1"/>
                </a:solidFill>
              </a:endParaRPr>
            </a:p>
          </p:txBody>
        </p:sp>
        <p:sp>
          <p:nvSpPr>
            <p:cNvPr id="204" name="Rectangle 203">
              <a:extLst>
                <a:ext uri="{FF2B5EF4-FFF2-40B4-BE49-F238E27FC236}">
                  <a16:creationId xmlns:a16="http://schemas.microsoft.com/office/drawing/2014/main" id="{BFDD464D-F289-407D-BC47-0A52D0B2734F}"/>
                </a:ext>
              </a:extLst>
            </p:cNvPr>
            <p:cNvSpPr/>
            <p:nvPr userDrawn="1"/>
          </p:nvSpPr>
          <p:spPr>
            <a:xfrm>
              <a:off x="7686657" y="5686997"/>
              <a:ext cx="318368" cy="320103"/>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81</a:t>
              </a:r>
            </a:p>
            <a:p>
              <a:pPr algn="ctr">
                <a:lnSpc>
                  <a:spcPct val="90000"/>
                </a:lnSpc>
              </a:pPr>
              <a:r>
                <a:rPr lang="en-GB" sz="700">
                  <a:solidFill>
                    <a:schemeClr val="bg1"/>
                  </a:solidFill>
                </a:rPr>
                <a:t>13</a:t>
              </a:r>
            </a:p>
            <a:p>
              <a:pPr algn="ctr">
                <a:lnSpc>
                  <a:spcPct val="90000"/>
                </a:lnSpc>
              </a:pPr>
              <a:r>
                <a:rPr lang="en-GB" sz="700">
                  <a:solidFill>
                    <a:schemeClr val="bg1"/>
                  </a:solidFill>
                </a:rPr>
                <a:t>188</a:t>
              </a:r>
              <a:endParaRPr lang="en-GB" sz="700" dirty="0">
                <a:solidFill>
                  <a:schemeClr val="bg1"/>
                </a:solidFill>
              </a:endParaRPr>
            </a:p>
          </p:txBody>
        </p:sp>
        <p:sp>
          <p:nvSpPr>
            <p:cNvPr id="205" name="Rectangle 204">
              <a:extLst>
                <a:ext uri="{FF2B5EF4-FFF2-40B4-BE49-F238E27FC236}">
                  <a16:creationId xmlns:a16="http://schemas.microsoft.com/office/drawing/2014/main" id="{A4DBBD69-D42E-4EAE-8627-1CBCCBB27CCB}"/>
                </a:ext>
              </a:extLst>
            </p:cNvPr>
            <p:cNvSpPr/>
            <p:nvPr userDrawn="1"/>
          </p:nvSpPr>
          <p:spPr>
            <a:xfrm>
              <a:off x="8080480" y="5261186"/>
              <a:ext cx="318368" cy="320103"/>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9</a:t>
              </a:r>
            </a:p>
            <a:p>
              <a:pPr algn="ctr">
                <a:lnSpc>
                  <a:spcPct val="90000"/>
                </a:lnSpc>
              </a:pPr>
              <a:r>
                <a:rPr lang="en-GB" sz="700">
                  <a:solidFill>
                    <a:schemeClr val="bg1"/>
                  </a:solidFill>
                </a:rPr>
                <a:t>142</a:t>
              </a:r>
            </a:p>
            <a:p>
              <a:pPr algn="ctr">
                <a:lnSpc>
                  <a:spcPct val="90000"/>
                </a:lnSpc>
              </a:pPr>
              <a:r>
                <a:rPr lang="en-GB" sz="700">
                  <a:solidFill>
                    <a:schemeClr val="bg1"/>
                  </a:solidFill>
                </a:rPr>
                <a:t>126</a:t>
              </a:r>
              <a:endParaRPr lang="en-GB" sz="700" dirty="0">
                <a:solidFill>
                  <a:schemeClr val="bg1"/>
                </a:solidFill>
              </a:endParaRPr>
            </a:p>
          </p:txBody>
        </p:sp>
        <p:sp>
          <p:nvSpPr>
            <p:cNvPr id="206" name="Rectangle 205">
              <a:extLst>
                <a:ext uri="{FF2B5EF4-FFF2-40B4-BE49-F238E27FC236}">
                  <a16:creationId xmlns:a16="http://schemas.microsoft.com/office/drawing/2014/main" id="{E9BF0482-6207-4BC2-A222-B3B76E1059AB}"/>
                </a:ext>
              </a:extLst>
            </p:cNvPr>
            <p:cNvSpPr/>
            <p:nvPr userDrawn="1"/>
          </p:nvSpPr>
          <p:spPr>
            <a:xfrm>
              <a:off x="7292834" y="5686997"/>
              <a:ext cx="318368" cy="320103"/>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102</a:t>
              </a:r>
            </a:p>
            <a:p>
              <a:pPr algn="ctr">
                <a:lnSpc>
                  <a:spcPct val="90000"/>
                </a:lnSpc>
              </a:pPr>
              <a:r>
                <a:rPr lang="en-GB" sz="700">
                  <a:solidFill>
                    <a:schemeClr val="bg1"/>
                  </a:solidFill>
                </a:rPr>
                <a:t>102</a:t>
              </a:r>
            </a:p>
            <a:p>
              <a:pPr algn="ctr">
                <a:lnSpc>
                  <a:spcPct val="90000"/>
                </a:lnSpc>
              </a:pPr>
              <a:r>
                <a:rPr lang="en-GB" sz="700">
                  <a:solidFill>
                    <a:schemeClr val="bg1"/>
                  </a:solidFill>
                </a:rPr>
                <a:t>102</a:t>
              </a:r>
              <a:endParaRPr lang="en-GB" sz="700" dirty="0">
                <a:solidFill>
                  <a:schemeClr val="bg1"/>
                </a:solidFill>
              </a:endParaRPr>
            </a:p>
          </p:txBody>
        </p:sp>
        <p:sp>
          <p:nvSpPr>
            <p:cNvPr id="207" name="Rectangle 206">
              <a:extLst>
                <a:ext uri="{FF2B5EF4-FFF2-40B4-BE49-F238E27FC236}">
                  <a16:creationId xmlns:a16="http://schemas.microsoft.com/office/drawing/2014/main" id="{3F468D2B-D8E3-447A-917B-D7CF13F6BB83}"/>
                </a:ext>
              </a:extLst>
            </p:cNvPr>
            <p:cNvSpPr/>
            <p:nvPr userDrawn="1"/>
          </p:nvSpPr>
          <p:spPr>
            <a:xfrm>
              <a:off x="6111365" y="5686997"/>
              <a:ext cx="318368" cy="320103"/>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lnSpc>
                  <a:spcPct val="90000"/>
                </a:lnSpc>
              </a:pPr>
              <a:r>
                <a:rPr lang="en-GB" sz="700">
                  <a:solidFill>
                    <a:schemeClr val="bg1"/>
                  </a:solidFill>
                </a:rPr>
                <a:t>171</a:t>
              </a:r>
            </a:p>
            <a:p>
              <a:pPr algn="ctr">
                <a:lnSpc>
                  <a:spcPct val="90000"/>
                </a:lnSpc>
              </a:pPr>
              <a:r>
                <a:rPr lang="en-GB" sz="700">
                  <a:solidFill>
                    <a:schemeClr val="bg1"/>
                  </a:solidFill>
                </a:rPr>
                <a:t>13</a:t>
              </a:r>
            </a:p>
            <a:p>
              <a:pPr algn="ctr">
                <a:lnSpc>
                  <a:spcPct val="90000"/>
                </a:lnSpc>
              </a:pPr>
              <a:r>
                <a:rPr lang="en-GB" sz="700">
                  <a:solidFill>
                    <a:schemeClr val="bg1"/>
                  </a:solidFill>
                </a:rPr>
                <a:t>130</a:t>
              </a:r>
              <a:endParaRPr lang="en-GB" sz="700" dirty="0">
                <a:solidFill>
                  <a:schemeClr val="bg1"/>
                </a:solidFill>
              </a:endParaRPr>
            </a:p>
          </p:txBody>
        </p:sp>
        <p:cxnSp>
          <p:nvCxnSpPr>
            <p:cNvPr id="208" name="Straight Connector 207">
              <a:extLst>
                <a:ext uri="{FF2B5EF4-FFF2-40B4-BE49-F238E27FC236}">
                  <a16:creationId xmlns:a16="http://schemas.microsoft.com/office/drawing/2014/main" id="{70AB618C-DA54-4755-B3E1-BA52327BE0A5}"/>
                </a:ext>
              </a:extLst>
            </p:cNvPr>
            <p:cNvCxnSpPr>
              <a:cxnSpLocks/>
            </p:cNvCxnSpPr>
            <p:nvPr userDrawn="1"/>
          </p:nvCxnSpPr>
          <p:spPr>
            <a:xfrm>
              <a:off x="5717542" y="3651946"/>
              <a:ext cx="2681922" cy="0"/>
            </a:xfrm>
            <a:prstGeom prst="line">
              <a:avLst/>
            </a:pr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006855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Vertical Window_KPMG Blue">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CD11141-B40A-46CB-8C61-81DDE221FE5D}"/>
              </a:ext>
            </a:extLst>
          </p:cNvPr>
          <p:cNvSpPr>
            <a:spLocks noChangeAspect="1"/>
          </p:cNvSpPr>
          <p:nvPr userDrawn="1"/>
        </p:nvSpPr>
        <p:spPr>
          <a:xfrm>
            <a:off x="999067" y="1263838"/>
            <a:ext cx="4388557" cy="47432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A7867E50-BF34-4013-B459-41448BAB225C}"/>
              </a:ext>
            </a:extLst>
          </p:cNvPr>
          <p:cNvSpPr>
            <a:spLocks noGrp="1"/>
          </p:cNvSpPr>
          <p:nvPr>
            <p:ph type="ctrTitle" hasCustomPrompt="1"/>
          </p:nvPr>
        </p:nvSpPr>
        <p:spPr>
          <a:xfrm>
            <a:off x="1328149" y="1514264"/>
            <a:ext cx="3730684" cy="32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3280408F-9E51-4F9B-94C4-6F3A3FBD24F7}"/>
              </a:ext>
            </a:extLst>
          </p:cNvPr>
          <p:cNvSpPr>
            <a:spLocks noGrp="1"/>
          </p:cNvSpPr>
          <p:nvPr>
            <p:ph type="body" sz="quarter" idx="11"/>
          </p:nvPr>
        </p:nvSpPr>
        <p:spPr>
          <a:xfrm>
            <a:off x="1328150" y="4953636"/>
            <a:ext cx="3730684"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BD9B31D1-42A2-4A0D-A8FC-1A425F027A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10220903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BDB287-5E22-4504-9244-3821B98C05A3}"/>
              </a:ext>
            </a:extLst>
          </p:cNvPr>
          <p:cNvSpPr>
            <a:spLocks noChangeAspect="1"/>
          </p:cNvSpPr>
          <p:nvPr userDrawn="1"/>
        </p:nvSpPr>
        <p:spPr>
          <a:xfrm>
            <a:off x="2876249" y="313438"/>
            <a:ext cx="8323035" cy="4332804"/>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10" name="Title 1">
            <a:extLst>
              <a:ext uri="{FF2B5EF4-FFF2-40B4-BE49-F238E27FC236}">
                <a16:creationId xmlns:a16="http://schemas.microsoft.com/office/drawing/2014/main" id="{21A1CDC1-2E26-4722-BB78-D965EB673000}"/>
              </a:ext>
            </a:extLst>
          </p:cNvPr>
          <p:cNvSpPr>
            <a:spLocks noGrp="1"/>
          </p:cNvSpPr>
          <p:nvPr>
            <p:ph type="ctrTitle" hasCustomPrompt="1"/>
          </p:nvPr>
        </p:nvSpPr>
        <p:spPr>
          <a:xfrm>
            <a:off x="3202158" y="560114"/>
            <a:ext cx="7675268" cy="288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2" name="Text Placeholder 3">
            <a:extLst>
              <a:ext uri="{FF2B5EF4-FFF2-40B4-BE49-F238E27FC236}">
                <a16:creationId xmlns:a16="http://schemas.microsoft.com/office/drawing/2014/main" id="{53C698CC-97B7-45DE-AA75-CA3F0C4CF34A}"/>
              </a:ext>
            </a:extLst>
          </p:cNvPr>
          <p:cNvSpPr>
            <a:spLocks noGrp="1"/>
          </p:cNvSpPr>
          <p:nvPr>
            <p:ph type="body" sz="quarter" idx="11"/>
          </p:nvPr>
        </p:nvSpPr>
        <p:spPr>
          <a:xfrm>
            <a:off x="3202158" y="3582823"/>
            <a:ext cx="7675268"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id="{12B72E16-3CB3-49AC-9B2E-56ECC2BE96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1226435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3C44D8B-17CD-4454-B36D-72741332159F}"/>
              </a:ext>
            </a:extLst>
          </p:cNvPr>
          <p:cNvSpPr>
            <a:spLocks noChangeAspect="1"/>
          </p:cNvSpPr>
          <p:nvPr userDrawn="1"/>
        </p:nvSpPr>
        <p:spPr>
          <a:xfrm>
            <a:off x="5922957" y="313438"/>
            <a:ext cx="5276328" cy="5693662"/>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2D3C3EE5-C1E7-4D94-8929-0FA5FFFE0EDC}"/>
              </a:ext>
            </a:extLst>
          </p:cNvPr>
          <p:cNvSpPr>
            <a:spLocks noGrp="1"/>
          </p:cNvSpPr>
          <p:nvPr>
            <p:ph type="ctrTitle" hasCustomPrompt="1"/>
          </p:nvPr>
        </p:nvSpPr>
        <p:spPr>
          <a:xfrm>
            <a:off x="6245689" y="556419"/>
            <a:ext cx="4628561" cy="4140000"/>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1" name="Text Placeholder 3">
            <a:extLst>
              <a:ext uri="{FF2B5EF4-FFF2-40B4-BE49-F238E27FC236}">
                <a16:creationId xmlns:a16="http://schemas.microsoft.com/office/drawing/2014/main" id="{2A5C960A-C74B-42B5-A237-47F1B97FD3E8}"/>
              </a:ext>
            </a:extLst>
          </p:cNvPr>
          <p:cNvSpPr>
            <a:spLocks noGrp="1"/>
          </p:cNvSpPr>
          <p:nvPr>
            <p:ph type="body" sz="quarter" idx="11"/>
          </p:nvPr>
        </p:nvSpPr>
        <p:spPr>
          <a:xfrm>
            <a:off x="6245689" y="4949907"/>
            <a:ext cx="4628561"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4BB4E646-8E32-4794-BD3E-E767603FBCC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74705742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Horizont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7651111" y="1263838"/>
            <a:ext cx="3548173"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7651111" y="4881887"/>
            <a:ext cx="3548173"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994833" y="1263839"/>
            <a:ext cx="5806099" cy="302253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F060AC1F-823B-423D-80EF-C95EEC3DFE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51111" y="313438"/>
            <a:ext cx="1048587" cy="316800"/>
          </a:xfrm>
          <a:prstGeom prst="rect">
            <a:avLst/>
          </a:prstGeom>
        </p:spPr>
      </p:pic>
    </p:spTree>
    <p:extLst>
      <p:ext uri="{BB962C8B-B14F-4D97-AF65-F5344CB8AC3E}">
        <p14:creationId xmlns:p14="http://schemas.microsoft.com/office/powerpoint/2010/main" val="29900610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Vertical Window Image_KPMG Blue">
    <p:bg>
      <p:bgPr>
        <a:solidFill>
          <a:schemeClr val="tx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1881FE-F51A-491A-9C27-F63BE5A5CB4B}"/>
              </a:ext>
            </a:extLst>
          </p:cNvPr>
          <p:cNvSpPr>
            <a:spLocks noGrp="1"/>
          </p:cNvSpPr>
          <p:nvPr>
            <p:ph type="ctrTitle" hasCustomPrompt="1"/>
          </p:nvPr>
        </p:nvSpPr>
        <p:spPr>
          <a:xfrm>
            <a:off x="5943114" y="1263838"/>
            <a:ext cx="5254052" cy="3022538"/>
          </a:xfrm>
        </p:spPr>
        <p:txBody>
          <a:bodyPr anchor="t" anchorCtr="0"/>
          <a:lstStyle>
            <a:lvl1pPr algn="l">
              <a:defRPr sz="6000" baseline="0">
                <a:solidFill>
                  <a:schemeClr val="bg1"/>
                </a:solidFill>
              </a:defRPr>
            </a:lvl1pPr>
          </a:lstStyle>
          <a:p>
            <a:r>
              <a:rPr lang="en-GB" dirty="0"/>
              <a:t>Title slide text only</a:t>
            </a:r>
            <a:endParaRPr lang="en-US" dirty="0"/>
          </a:p>
        </p:txBody>
      </p:sp>
      <p:sp>
        <p:nvSpPr>
          <p:cNvPr id="10" name="Text Placeholder 3">
            <a:extLst>
              <a:ext uri="{FF2B5EF4-FFF2-40B4-BE49-F238E27FC236}">
                <a16:creationId xmlns:a16="http://schemas.microsoft.com/office/drawing/2014/main" id="{31292E31-1E73-44F3-ABE3-7D4DCAA2A04E}"/>
              </a:ext>
            </a:extLst>
          </p:cNvPr>
          <p:cNvSpPr>
            <a:spLocks noGrp="1"/>
          </p:cNvSpPr>
          <p:nvPr>
            <p:ph type="body" sz="quarter" idx="11"/>
          </p:nvPr>
        </p:nvSpPr>
        <p:spPr>
          <a:xfrm>
            <a:off x="5943114" y="4881887"/>
            <a:ext cx="5254052" cy="810000"/>
          </a:xfrm>
        </p:spPr>
        <p:txBody>
          <a:bodyPr anchor="b"/>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3" name="Picture Placeholder 2">
            <a:extLst>
              <a:ext uri="{FF2B5EF4-FFF2-40B4-BE49-F238E27FC236}">
                <a16:creationId xmlns:a16="http://schemas.microsoft.com/office/drawing/2014/main" id="{9BFF24A9-461A-47E9-B0F9-09BFAA4914B9}"/>
              </a:ext>
            </a:extLst>
          </p:cNvPr>
          <p:cNvSpPr>
            <a:spLocks noGrp="1"/>
          </p:cNvSpPr>
          <p:nvPr>
            <p:ph type="pic" sz="quarter" idx="12"/>
          </p:nvPr>
        </p:nvSpPr>
        <p:spPr>
          <a:xfrm>
            <a:off x="994834" y="1263839"/>
            <a:ext cx="4103481" cy="4428048"/>
          </a:xfrm>
          <a:solidFill>
            <a:schemeClr val="accent1"/>
          </a:solidFill>
        </p:spPr>
        <p:txBody>
          <a:bodyPr vert="horz" lIns="0" tIns="0" rIns="0" bIns="0" rtlCol="0" anchor="ctr" anchorCtr="0">
            <a:noAutofit/>
          </a:bodyPr>
          <a:lstStyle>
            <a:lvl1pPr>
              <a:defRPr lang="en-US" b="0">
                <a:solidFill>
                  <a:schemeClr val="bg1"/>
                </a:solidFill>
              </a:defRPr>
            </a:lvl1pPr>
          </a:lstStyle>
          <a:p>
            <a:pPr lvl="0" algn="ctr"/>
            <a:r>
              <a:rPr lang="en-US"/>
              <a:t>Click icon to add picture</a:t>
            </a:r>
          </a:p>
        </p:txBody>
      </p:sp>
      <p:pic>
        <p:nvPicPr>
          <p:cNvPr id="6" name="Graphic 5">
            <a:extLst>
              <a:ext uri="{FF2B5EF4-FFF2-40B4-BE49-F238E27FC236}">
                <a16:creationId xmlns:a16="http://schemas.microsoft.com/office/drawing/2014/main" id="{5638D828-F203-4122-8387-83B5C7962F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943115" y="313438"/>
            <a:ext cx="1048587" cy="316800"/>
          </a:xfrm>
          <a:prstGeom prst="rect">
            <a:avLst/>
          </a:prstGeom>
        </p:spPr>
      </p:pic>
    </p:spTree>
    <p:extLst>
      <p:ext uri="{BB962C8B-B14F-4D97-AF65-F5344CB8AC3E}">
        <p14:creationId xmlns:p14="http://schemas.microsoft.com/office/powerpoint/2010/main" val="25265837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One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101856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1C0833AE-7386-47DB-9FF2-9657C92CA91E}"/>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E0EA28FC-699E-47A2-B686-35545E592C47}"/>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0A63A1AD-6737-4826-AFEA-0CE2D4869EB0}"/>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748654B-09CA-45C1-B0DD-0606A426D3D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7" name="TextBox 6">
            <a:extLst>
              <a:ext uri="{FF2B5EF4-FFF2-40B4-BE49-F238E27FC236}">
                <a16:creationId xmlns:a16="http://schemas.microsoft.com/office/drawing/2014/main" id="{E9963727-E8C9-426A-ACA4-1C6554BC6D72}"/>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29530539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One Column Text_double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200" y="432000"/>
            <a:ext cx="10185600" cy="779263"/>
          </a:xfrm>
        </p:spPr>
        <p:txBody>
          <a:bodyPr/>
          <a:lstStyle>
            <a:lvl1pPr>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1003200" y="1457325"/>
            <a:ext cx="10185600" cy="434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65056199"/>
      </p:ext>
    </p:extLst>
  </p:cSld>
  <p:clrMapOvr>
    <a:masterClrMapping/>
  </p:clrMapOvr>
  <p:extLst>
    <p:ext uri="{DCECCB84-F9BA-43D5-87BE-67443E8EF086}">
      <p15:sldGuideLst xmlns:p15="http://schemas.microsoft.com/office/powerpoint/2012/main">
        <p15:guide id="1" orient="horz" pos="918">
          <p15:clr>
            <a:srgbClr val="F26B43"/>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One Column Text_double title_KPMG Blu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200" y="432000"/>
            <a:ext cx="10185600" cy="779263"/>
          </a:xfrm>
        </p:spPr>
        <p:txBody>
          <a:bodyPr/>
          <a:lstStyle>
            <a:lvl1pPr>
              <a:defRPr>
                <a:solidFill>
                  <a:schemeClr val="bg1"/>
                </a:solidFill>
              </a:defRPr>
            </a:lvl1pPr>
          </a:lstStyle>
          <a:p>
            <a:r>
              <a:rPr lang="en-US" dirty="0"/>
              <a:t>Click to edit </a:t>
            </a:r>
            <a:br>
              <a:rPr lang="en-US" dirty="0"/>
            </a:br>
            <a:r>
              <a:rPr lang="en-US" dirty="0"/>
              <a:t>Master title style</a:t>
            </a:r>
          </a:p>
        </p:txBody>
      </p:sp>
      <p:sp>
        <p:nvSpPr>
          <p:cNvPr id="9" name="Text Placeholder 8"/>
          <p:cNvSpPr>
            <a:spLocks noGrp="1"/>
          </p:cNvSpPr>
          <p:nvPr>
            <p:ph type="body" sz="quarter" idx="10"/>
          </p:nvPr>
        </p:nvSpPr>
        <p:spPr>
          <a:xfrm>
            <a:off x="1003200" y="1457325"/>
            <a:ext cx="10185600" cy="43465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Shape 8">
            <a:extLst>
              <a:ext uri="{FF2B5EF4-FFF2-40B4-BE49-F238E27FC236}">
                <a16:creationId xmlns:a16="http://schemas.microsoft.com/office/drawing/2014/main" id="{782C517A-B876-41CE-B5E0-1F57CCD0CE41}"/>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6" name="TextBox 5">
            <a:extLst>
              <a:ext uri="{FF2B5EF4-FFF2-40B4-BE49-F238E27FC236}">
                <a16:creationId xmlns:a16="http://schemas.microsoft.com/office/drawing/2014/main" id="{F1EFD06C-81CD-41D0-AEB1-3A254A7EA079}"/>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8" name="Straight Connector 7">
            <a:extLst>
              <a:ext uri="{FF2B5EF4-FFF2-40B4-BE49-F238E27FC236}">
                <a16:creationId xmlns:a16="http://schemas.microsoft.com/office/drawing/2014/main" id="{00D8E809-685D-427B-8CE3-C84863878EC5}"/>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4D4A7ED3-6D96-4E1C-AEDA-BD2319D81E5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7" name="TextBox 6">
            <a:extLst>
              <a:ext uri="{FF2B5EF4-FFF2-40B4-BE49-F238E27FC236}">
                <a16:creationId xmlns:a16="http://schemas.microsoft.com/office/drawing/2014/main" id="{4AD34DC5-5F04-43AB-98E3-C3D7670EC49B}"/>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113815416"/>
      </p:ext>
    </p:extLst>
  </p:cSld>
  <p:clrMapOvr>
    <a:masterClrMapping/>
  </p:clrMapOvr>
  <p:extLst>
    <p:ext uri="{DCECCB84-F9BA-43D5-87BE-67443E8EF086}">
      <p15:sldGuideLst xmlns:p15="http://schemas.microsoft.com/office/powerpoint/2012/main">
        <p15:guide id="1" orient="horz" pos="918">
          <p15:clr>
            <a:srgbClr val="F26B43"/>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Two Column Text - Dark BG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9" name="Text Placeholder 8"/>
          <p:cNvSpPr>
            <a:spLocks noGrp="1"/>
          </p:cNvSpPr>
          <p:nvPr>
            <p:ph type="body" sz="quarter" idx="10"/>
          </p:nvPr>
        </p:nvSpPr>
        <p:spPr>
          <a:xfrm>
            <a:off x="1003200" y="1209601"/>
            <a:ext cx="4968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8"/>
          <p:cNvSpPr>
            <a:spLocks noGrp="1"/>
          </p:cNvSpPr>
          <p:nvPr>
            <p:ph type="body" sz="quarter" idx="11"/>
          </p:nvPr>
        </p:nvSpPr>
        <p:spPr>
          <a:xfrm>
            <a:off x="6220800" y="1209601"/>
            <a:ext cx="4968000" cy="45942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hape 8">
            <a:extLst>
              <a:ext uri="{FF2B5EF4-FFF2-40B4-BE49-F238E27FC236}">
                <a16:creationId xmlns:a16="http://schemas.microsoft.com/office/drawing/2014/main" id="{CCDEA53B-91E3-466E-B366-434ABBBE1D61}"/>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7" name="TextBox 6">
            <a:extLst>
              <a:ext uri="{FF2B5EF4-FFF2-40B4-BE49-F238E27FC236}">
                <a16:creationId xmlns:a16="http://schemas.microsoft.com/office/drawing/2014/main" id="{4D98E59B-0AD1-406C-BFC4-CE85C2225EBD}"/>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10" name="Straight Connector 9">
            <a:extLst>
              <a:ext uri="{FF2B5EF4-FFF2-40B4-BE49-F238E27FC236}">
                <a16:creationId xmlns:a16="http://schemas.microsoft.com/office/drawing/2014/main" id="{2BDA7980-EB11-48EC-8B0C-64FEE5F09A8F}"/>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499502BE-C8A6-4A0B-921A-0DBDE5F956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8" name="TextBox 7">
            <a:extLst>
              <a:ext uri="{FF2B5EF4-FFF2-40B4-BE49-F238E27FC236}">
                <a16:creationId xmlns:a16="http://schemas.microsoft.com/office/drawing/2014/main" id="{0A9ED18C-5906-4DB7-8238-DAC47384A7FF}"/>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36458214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Four Quad Boxes BG Dark Colou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a:t>Click to edit Master title style</a:t>
            </a:r>
            <a:endParaRPr lang="en-US" dirty="0"/>
          </a:p>
        </p:txBody>
      </p:sp>
      <p:sp>
        <p:nvSpPr>
          <p:cNvPr id="19" name="Text Placeholder 8"/>
          <p:cNvSpPr>
            <a:spLocks noGrp="1"/>
          </p:cNvSpPr>
          <p:nvPr>
            <p:ph type="body" sz="quarter" idx="19"/>
          </p:nvPr>
        </p:nvSpPr>
        <p:spPr>
          <a:xfrm>
            <a:off x="10032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Text Placeholder 8"/>
          <p:cNvSpPr>
            <a:spLocks noGrp="1"/>
          </p:cNvSpPr>
          <p:nvPr>
            <p:ph type="body" sz="quarter" idx="20"/>
          </p:nvPr>
        </p:nvSpPr>
        <p:spPr>
          <a:xfrm>
            <a:off x="1003200" y="121888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20800" y="1609825"/>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8"/>
          <p:cNvSpPr>
            <a:spLocks noGrp="1"/>
          </p:cNvSpPr>
          <p:nvPr>
            <p:ph type="body" sz="quarter" idx="22"/>
          </p:nvPr>
        </p:nvSpPr>
        <p:spPr>
          <a:xfrm>
            <a:off x="6220800" y="1218880"/>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 name="Text Placeholder 8"/>
          <p:cNvSpPr>
            <a:spLocks noGrp="1"/>
          </p:cNvSpPr>
          <p:nvPr>
            <p:ph type="body" sz="quarter" idx="23"/>
          </p:nvPr>
        </p:nvSpPr>
        <p:spPr>
          <a:xfrm>
            <a:off x="10032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8"/>
          <p:cNvSpPr>
            <a:spLocks noGrp="1"/>
          </p:cNvSpPr>
          <p:nvPr>
            <p:ph type="body" sz="quarter" idx="24"/>
          </p:nvPr>
        </p:nvSpPr>
        <p:spPr>
          <a:xfrm>
            <a:off x="1003200" y="3628705"/>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9" name="Text Placeholder 8"/>
          <p:cNvSpPr>
            <a:spLocks noGrp="1"/>
          </p:cNvSpPr>
          <p:nvPr>
            <p:ph type="body" sz="quarter" idx="25"/>
          </p:nvPr>
        </p:nvSpPr>
        <p:spPr>
          <a:xfrm>
            <a:off x="6220800" y="4019650"/>
            <a:ext cx="4968000" cy="1785600"/>
          </a:xfrm>
          <a:solidFill>
            <a:schemeClr val="accent1">
              <a:lumMod val="20000"/>
              <a:lumOff val="80000"/>
            </a:schemeClr>
          </a:solidFill>
          <a:ln w="12700">
            <a:noFill/>
          </a:ln>
        </p:spPr>
        <p:txBody>
          <a:bodyPr lIns="108000" tIns="108000" rIns="108000" bIns="108000"/>
          <a:lstStyle>
            <a:lvl1pPr>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8"/>
          <p:cNvSpPr>
            <a:spLocks noGrp="1"/>
          </p:cNvSpPr>
          <p:nvPr>
            <p:ph type="body" sz="quarter" idx="26"/>
          </p:nvPr>
        </p:nvSpPr>
        <p:spPr>
          <a:xfrm>
            <a:off x="6220800" y="3628705"/>
            <a:ext cx="4968000" cy="388800"/>
          </a:xfrm>
          <a:solidFill>
            <a:schemeClr val="accent1"/>
          </a:solidFill>
          <a:ln w="12700">
            <a:noFill/>
          </a:ln>
        </p:spPr>
        <p:txBody>
          <a:bodyPr lIns="108000" tIns="108000" rIns="108000" bIns="108000" anchor="ctr"/>
          <a:lstStyle>
            <a:lvl1pPr>
              <a:defRPr sz="15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2" name="Shape 8">
            <a:extLst>
              <a:ext uri="{FF2B5EF4-FFF2-40B4-BE49-F238E27FC236}">
                <a16:creationId xmlns:a16="http://schemas.microsoft.com/office/drawing/2014/main" id="{DB1C4B43-FA0B-4D0C-8437-66F19EF1F34D}"/>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dirty="0">
              <a:solidFill>
                <a:schemeClr val="bg1"/>
              </a:solidFill>
              <a:latin typeface="+mn-lt"/>
              <a:ea typeface="Arial"/>
              <a:cs typeface="Arial" panose="020B0604020202020204" pitchFamily="34" charset="0"/>
            </a:endParaRPr>
          </a:p>
        </p:txBody>
      </p:sp>
      <p:sp>
        <p:nvSpPr>
          <p:cNvPr id="13" name="TextBox 12">
            <a:extLst>
              <a:ext uri="{FF2B5EF4-FFF2-40B4-BE49-F238E27FC236}">
                <a16:creationId xmlns:a16="http://schemas.microsoft.com/office/drawing/2014/main" id="{79E4239A-696B-40FB-8EA0-70E8FCE23614}"/>
              </a:ext>
              <a:ext uri="{C183D7F6-B498-43B3-948B-1728B52AA6E4}">
                <adec:decorative xmlns:adec="http://schemas.microsoft.com/office/drawing/2017/decorative" val="1"/>
              </a:ext>
            </a:extLst>
          </p:cNvPr>
          <p:cNvSpPr txBox="1"/>
          <p:nvPr userDrawn="1">
            <p:custDataLst>
              <p:tags r:id="rId1"/>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Public</a:t>
            </a:r>
            <a:endParaRPr lang="en-GB" sz="600" b="0" kern="1200" noProof="0" dirty="0">
              <a:solidFill>
                <a:schemeClr val="bg1"/>
              </a:solidFill>
              <a:latin typeface="+mn-lt"/>
              <a:ea typeface="+mn-ea"/>
              <a:cs typeface="+mn-cs"/>
            </a:endParaRPr>
          </a:p>
        </p:txBody>
      </p:sp>
      <p:cxnSp>
        <p:nvCxnSpPr>
          <p:cNvPr id="15" name="Straight Connector 14">
            <a:extLst>
              <a:ext uri="{FF2B5EF4-FFF2-40B4-BE49-F238E27FC236}">
                <a16:creationId xmlns:a16="http://schemas.microsoft.com/office/drawing/2014/main" id="{C10010BD-37F2-4205-B603-26BE05D01DB4}"/>
              </a:ext>
            </a:extLst>
          </p:cNvPr>
          <p:cNvCxnSpPr/>
          <p:nvPr userDrawn="1"/>
        </p:nvCxnSpPr>
        <p:spPr>
          <a:xfrm>
            <a:off x="10841407" y="6331812"/>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26A36270-111B-47D1-A4BC-A201FCA819B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96318" y="6320118"/>
            <a:ext cx="571956" cy="172800"/>
          </a:xfrm>
          <a:prstGeom prst="rect">
            <a:avLst/>
          </a:prstGeom>
        </p:spPr>
      </p:pic>
      <p:sp>
        <p:nvSpPr>
          <p:cNvPr id="14" name="TextBox 13">
            <a:extLst>
              <a:ext uri="{FF2B5EF4-FFF2-40B4-BE49-F238E27FC236}">
                <a16:creationId xmlns:a16="http://schemas.microsoft.com/office/drawing/2014/main" id="{77841C22-7357-4553-B4DD-6E1B6CF69326}"/>
              </a:ext>
              <a:ext uri="{C183D7F6-B498-43B3-948B-1728B52AA6E4}">
                <adec:decorative xmlns:adec="http://schemas.microsoft.com/office/drawing/2017/decorative" val="1"/>
              </a:ext>
            </a:extLst>
          </p:cNvPr>
          <p:cNvSpPr txBox="1"/>
          <p:nvPr userDrawn="1">
            <p:custDataLst>
              <p:tags r:id="rId2"/>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a:solidFill>
                  <a:schemeClr val="bg1"/>
                </a:solidFill>
                <a:latin typeface="+mn-lt"/>
                <a:ea typeface="+mn-ea"/>
                <a:cs typeface="+mn-cs"/>
              </a:rPr>
              <a:t>© 2024 [legal member firm name], a [jurisdiction] [legal structure] and a member firm of the KPMG global organization of independent member firms affiliated with KPMG International Limited, a private English company limited by guarantee. All rights reserved.</a:t>
            </a:r>
            <a:endParaRPr lang="en-US" sz="600" kern="1200" noProof="0" dirty="0">
              <a:solidFill>
                <a:schemeClr val="bg1"/>
              </a:solidFill>
              <a:latin typeface="+mn-lt"/>
              <a:ea typeface="+mn-ea"/>
              <a:cs typeface="+mn-cs"/>
            </a:endParaRPr>
          </a:p>
        </p:txBody>
      </p:sp>
    </p:spTree>
    <p:extLst>
      <p:ext uri="{BB962C8B-B14F-4D97-AF65-F5344CB8AC3E}">
        <p14:creationId xmlns:p14="http://schemas.microsoft.com/office/powerpoint/2010/main" val="313199366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Thank you">
    <p:bg>
      <p:bgPr>
        <a:solidFill>
          <a:schemeClr val="accent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9F6308-3807-44EC-BBE8-A9C8A9430A2C}"/>
              </a:ext>
            </a:extLst>
          </p:cNvPr>
          <p:cNvSpPr>
            <a:spLocks noChangeAspect="1"/>
          </p:cNvSpPr>
          <p:nvPr userDrawn="1"/>
        </p:nvSpPr>
        <p:spPr>
          <a:xfrm>
            <a:off x="999067" y="1263839"/>
            <a:ext cx="8438341" cy="4396185"/>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err="1">
              <a:solidFill>
                <a:schemeClr val="bg1"/>
              </a:solidFill>
              <a:latin typeface="KPMG Bold" panose="020B0803030202040204" pitchFamily="34" charset="0"/>
              <a:ea typeface="+mj-ea"/>
              <a:cs typeface="+mj-cs"/>
            </a:endParaRPr>
          </a:p>
        </p:txBody>
      </p:sp>
      <p:sp>
        <p:nvSpPr>
          <p:cNvPr id="9" name="Title 1">
            <a:extLst>
              <a:ext uri="{FF2B5EF4-FFF2-40B4-BE49-F238E27FC236}">
                <a16:creationId xmlns:a16="http://schemas.microsoft.com/office/drawing/2014/main" id="{0FAB1FAA-C63A-49DF-A7C2-3544350826F9}"/>
              </a:ext>
            </a:extLst>
          </p:cNvPr>
          <p:cNvSpPr>
            <a:spLocks noGrp="1"/>
          </p:cNvSpPr>
          <p:nvPr>
            <p:ph type="ctrTitle"/>
          </p:nvPr>
        </p:nvSpPr>
        <p:spPr>
          <a:xfrm>
            <a:off x="1328150" y="1514264"/>
            <a:ext cx="7775759" cy="2880000"/>
          </a:xfrm>
        </p:spPr>
        <p:txBody>
          <a:bodyPr anchor="t" anchorCtr="0"/>
          <a:lstStyle>
            <a:lvl1pPr algn="l">
              <a:defRPr sz="6600">
                <a:solidFill>
                  <a:schemeClr val="tx2"/>
                </a:solidFill>
              </a:defRPr>
            </a:lvl1pPr>
          </a:lstStyle>
          <a:p>
            <a:r>
              <a:rPr lang="en-US"/>
              <a:t>Click to edit Master title style</a:t>
            </a:r>
            <a:endParaRPr lang="en-US" dirty="0"/>
          </a:p>
        </p:txBody>
      </p:sp>
      <p:pic>
        <p:nvPicPr>
          <p:cNvPr id="5" name="Graphic 4">
            <a:extLst>
              <a:ext uri="{FF2B5EF4-FFF2-40B4-BE49-F238E27FC236}">
                <a16:creationId xmlns:a16="http://schemas.microsoft.com/office/drawing/2014/main" id="{50FC5985-3DD1-475A-9A7A-899F36FF6F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067" y="313438"/>
            <a:ext cx="1048587" cy="316800"/>
          </a:xfrm>
          <a:prstGeom prst="rect">
            <a:avLst/>
          </a:prstGeom>
        </p:spPr>
      </p:pic>
    </p:spTree>
    <p:extLst>
      <p:ext uri="{BB962C8B-B14F-4D97-AF65-F5344CB8AC3E}">
        <p14:creationId xmlns:p14="http://schemas.microsoft.com/office/powerpoint/2010/main" val="3887276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Back Cover dark Gradient">
    <p:bg>
      <p:bgPr>
        <a:gradFill>
          <a:gsLst>
            <a:gs pos="0">
              <a:schemeClr val="accent5"/>
            </a:gs>
            <a:gs pos="100000">
              <a:schemeClr val="accent1"/>
            </a:gs>
          </a:gsLst>
          <a:lin ang="0" scaled="0"/>
        </a:gra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7C20205-1972-45A0-B67B-992440214E15}"/>
              </a:ext>
            </a:extLst>
          </p:cNvPr>
          <p:cNvSpPr txBox="1"/>
          <p:nvPr userDrawn="1">
            <p:custDataLst>
              <p:tags r:id="rId1"/>
            </p:custDataLst>
          </p:nvPr>
        </p:nvSpPr>
        <p:spPr>
          <a:xfrm>
            <a:off x="999402" y="5651600"/>
            <a:ext cx="237404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bg1"/>
                </a:solidFill>
                <a:latin typeface="+mn-lt"/>
                <a:ea typeface="+mn-ea"/>
                <a:cs typeface="+mn-cs"/>
              </a:rPr>
              <a:t>Document Classification: KPMG Public</a:t>
            </a:r>
            <a:endParaRPr lang="en-GB" sz="1000" b="1" kern="1200" noProof="0" dirty="0">
              <a:solidFill>
                <a:schemeClr val="bg1"/>
              </a:solidFill>
              <a:latin typeface="+mn-lt"/>
              <a:ea typeface="+mn-ea"/>
              <a:cs typeface="+mn-cs"/>
            </a:endParaRPr>
          </a:p>
        </p:txBody>
      </p:sp>
      <p:sp>
        <p:nvSpPr>
          <p:cNvPr id="18" name="Text Placeholder 2">
            <a:extLst>
              <a:ext uri="{FF2B5EF4-FFF2-40B4-BE49-F238E27FC236}">
                <a16:creationId xmlns:a16="http://schemas.microsoft.com/office/drawing/2014/main" id="{D1985B1E-1660-49BE-A364-FD65E9A824E4}"/>
              </a:ext>
            </a:extLst>
          </p:cNvPr>
          <p:cNvSpPr>
            <a:spLocks noGrp="1"/>
          </p:cNvSpPr>
          <p:nvPr>
            <p:ph type="body" sz="quarter" idx="10"/>
          </p:nvPr>
        </p:nvSpPr>
        <p:spPr>
          <a:xfrm>
            <a:off x="999067" y="3653770"/>
            <a:ext cx="8340243" cy="1843088"/>
          </a:xfrm>
        </p:spPr>
        <p:txBody>
          <a:bodyPr anchor="b"/>
          <a:lstStyle>
            <a:lvl1pPr>
              <a:spcAft>
                <a:spcPts val="1000"/>
              </a:spcAft>
              <a:defRPr sz="1000" b="0">
                <a:solidFill>
                  <a:schemeClr val="bg1"/>
                </a:solidFill>
              </a:defRPr>
            </a:lvl1pPr>
            <a:lvl2pPr>
              <a:spcAft>
                <a:spcPts val="1000"/>
              </a:spcAft>
              <a:defRPr sz="1000" b="0">
                <a:solidFill>
                  <a:schemeClr val="bg1"/>
                </a:solidFill>
              </a:defRPr>
            </a:lvl2pPr>
          </a:lstStyle>
          <a:p>
            <a:pPr lvl="0"/>
            <a:r>
              <a:rPr lang="en-US"/>
              <a:t>Click to edit Master text styles</a:t>
            </a:r>
          </a:p>
          <a:p>
            <a:pPr lvl="1"/>
            <a:r>
              <a:rPr lang="en-US"/>
              <a:t>Second level</a:t>
            </a:r>
          </a:p>
        </p:txBody>
      </p:sp>
      <p:pic>
        <p:nvPicPr>
          <p:cNvPr id="16" name="Graphic 15">
            <a:extLst>
              <a:ext uri="{FF2B5EF4-FFF2-40B4-BE49-F238E27FC236}">
                <a16:creationId xmlns:a16="http://schemas.microsoft.com/office/drawing/2014/main" id="{1451B2DB-8DD3-4AA8-A8FE-1EC956920A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9067" y="313438"/>
            <a:ext cx="1048587" cy="316800"/>
          </a:xfrm>
          <a:prstGeom prst="rect">
            <a:avLst/>
          </a:prstGeom>
        </p:spPr>
      </p:pic>
      <p:sp>
        <p:nvSpPr>
          <p:cNvPr id="52" name="Text Placeholder 2">
            <a:extLst>
              <a:ext uri="{FF2B5EF4-FFF2-40B4-BE49-F238E27FC236}">
                <a16:creationId xmlns:a16="http://schemas.microsoft.com/office/drawing/2014/main" id="{90714A4B-E7E8-43FD-81E4-BBA98F2D3B2C}"/>
              </a:ext>
            </a:extLst>
          </p:cNvPr>
          <p:cNvSpPr>
            <a:spLocks noGrp="1"/>
          </p:cNvSpPr>
          <p:nvPr>
            <p:ph type="body" sz="quarter" idx="14" hasCustomPrompt="1"/>
          </p:nvPr>
        </p:nvSpPr>
        <p:spPr>
          <a:xfrm>
            <a:off x="999067" y="3138802"/>
            <a:ext cx="3215651" cy="119064"/>
          </a:xfrm>
        </p:spPr>
        <p:txBody>
          <a:bodyPr/>
          <a:lstStyle>
            <a:lvl1pPr>
              <a:buFontTx/>
              <a:buNone/>
              <a:defRPr sz="11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r>
              <a:rPr lang="en-GB" dirty="0"/>
              <a:t>kpmg.com/</a:t>
            </a:r>
            <a:r>
              <a:rPr lang="en-GB" dirty="0" err="1"/>
              <a:t>cn</a:t>
            </a:r>
            <a:r>
              <a:rPr lang="en-GB" dirty="0"/>
              <a:t>/</a:t>
            </a:r>
            <a:r>
              <a:rPr lang="en-GB" dirty="0" err="1"/>
              <a:t>socialmedia</a:t>
            </a:r>
            <a:endParaRPr lang="en-GB" dirty="0"/>
          </a:p>
        </p:txBody>
      </p:sp>
      <p:grpSp>
        <p:nvGrpSpPr>
          <p:cNvPr id="2" name="Group 1">
            <a:extLst>
              <a:ext uri="{FF2B5EF4-FFF2-40B4-BE49-F238E27FC236}">
                <a16:creationId xmlns:a16="http://schemas.microsoft.com/office/drawing/2014/main" id="{18B09213-F3AC-BD1C-01CF-783252657F64}"/>
              </a:ext>
            </a:extLst>
          </p:cNvPr>
          <p:cNvGrpSpPr/>
          <p:nvPr userDrawn="1"/>
        </p:nvGrpSpPr>
        <p:grpSpPr>
          <a:xfrm>
            <a:off x="999744" y="2624328"/>
            <a:ext cx="3375328" cy="402492"/>
            <a:chOff x="369827" y="5202238"/>
            <a:chExt cx="2531496" cy="402492"/>
          </a:xfrm>
        </p:grpSpPr>
        <p:grpSp>
          <p:nvGrpSpPr>
            <p:cNvPr id="3" name="Group 2">
              <a:extLst>
                <a:ext uri="{FF2B5EF4-FFF2-40B4-BE49-F238E27FC236}">
                  <a16:creationId xmlns:a16="http://schemas.microsoft.com/office/drawing/2014/main" id="{5CA2D0C9-8405-5CDD-4ABD-201EA68AC266}"/>
                </a:ext>
              </a:extLst>
            </p:cNvPr>
            <p:cNvGrpSpPr/>
            <p:nvPr/>
          </p:nvGrpSpPr>
          <p:grpSpPr>
            <a:xfrm>
              <a:off x="2498831" y="5202238"/>
              <a:ext cx="402492" cy="402492"/>
              <a:chOff x="8115300" y="2960688"/>
              <a:chExt cx="942975" cy="942975"/>
            </a:xfrm>
          </p:grpSpPr>
          <p:pic>
            <p:nvPicPr>
              <p:cNvPr id="25" name="Picture 5">
                <a:extLst>
                  <a:ext uri="{FF2B5EF4-FFF2-40B4-BE49-F238E27FC236}">
                    <a16:creationId xmlns:a16="http://schemas.microsoft.com/office/drawing/2014/main" id="{D3EA7A3F-6568-9D5F-CB35-F967155EA60D}"/>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40">
                <a:extLst>
                  <a:ext uri="{FF2B5EF4-FFF2-40B4-BE49-F238E27FC236}">
                    <a16:creationId xmlns:a16="http://schemas.microsoft.com/office/drawing/2014/main" id="{74129785-117F-BD42-41A5-94BFCD0939A0}"/>
                  </a:ext>
                </a:extLst>
              </p:cNvPr>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4" name="Group 3">
              <a:extLst>
                <a:ext uri="{FF2B5EF4-FFF2-40B4-BE49-F238E27FC236}">
                  <a16:creationId xmlns:a16="http://schemas.microsoft.com/office/drawing/2014/main" id="{FACBE12B-1526-7EC7-3BB2-7E565A68F7A0}"/>
                </a:ext>
              </a:extLst>
            </p:cNvPr>
            <p:cNvGrpSpPr/>
            <p:nvPr/>
          </p:nvGrpSpPr>
          <p:grpSpPr>
            <a:xfrm>
              <a:off x="2077367" y="5206304"/>
              <a:ext cx="390295" cy="390295"/>
              <a:chOff x="7127875" y="2970213"/>
              <a:chExt cx="914400" cy="914400"/>
            </a:xfrm>
          </p:grpSpPr>
          <p:sp>
            <p:nvSpPr>
              <p:cNvPr id="21" name="Freeform 37">
                <a:extLst>
                  <a:ext uri="{FF2B5EF4-FFF2-40B4-BE49-F238E27FC236}">
                    <a16:creationId xmlns:a16="http://schemas.microsoft.com/office/drawing/2014/main" id="{47DF1A3C-B123-1969-6D96-88F2219E2AF0}"/>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23" name="Freeform 38">
                <a:extLst>
                  <a:ext uri="{FF2B5EF4-FFF2-40B4-BE49-F238E27FC236}">
                    <a16:creationId xmlns:a16="http://schemas.microsoft.com/office/drawing/2014/main" id="{715C8959-7A5D-B3F5-2CC6-C93D48575BA3}"/>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5" name="Group 4">
              <a:extLst>
                <a:ext uri="{FF2B5EF4-FFF2-40B4-BE49-F238E27FC236}">
                  <a16:creationId xmlns:a16="http://schemas.microsoft.com/office/drawing/2014/main" id="{69C0CCD2-D5CE-0CAC-565A-AB92E4787624}"/>
                </a:ext>
              </a:extLst>
            </p:cNvPr>
            <p:cNvGrpSpPr/>
            <p:nvPr/>
          </p:nvGrpSpPr>
          <p:grpSpPr>
            <a:xfrm>
              <a:off x="1650482" y="5206304"/>
              <a:ext cx="390295" cy="390295"/>
              <a:chOff x="6127750" y="2970213"/>
              <a:chExt cx="914400" cy="914400"/>
            </a:xfrm>
          </p:grpSpPr>
          <p:sp>
            <p:nvSpPr>
              <p:cNvPr id="19" name="Freeform 35">
                <a:extLst>
                  <a:ext uri="{FF2B5EF4-FFF2-40B4-BE49-F238E27FC236}">
                    <a16:creationId xmlns:a16="http://schemas.microsoft.com/office/drawing/2014/main" id="{B54BF24C-3F87-8561-A38C-98D4A3DD7B81}"/>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20" name="Freeform 36">
                <a:extLst>
                  <a:ext uri="{FF2B5EF4-FFF2-40B4-BE49-F238E27FC236}">
                    <a16:creationId xmlns:a16="http://schemas.microsoft.com/office/drawing/2014/main" id="{EB48CAAC-958A-1B86-21A1-932B0A5D6FB6}"/>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6" name="Group 5">
              <a:extLst>
                <a:ext uri="{FF2B5EF4-FFF2-40B4-BE49-F238E27FC236}">
                  <a16:creationId xmlns:a16="http://schemas.microsoft.com/office/drawing/2014/main" id="{F0861B28-30DF-D622-8D9B-EF3D19D75B6B}"/>
                </a:ext>
              </a:extLst>
            </p:cNvPr>
            <p:cNvGrpSpPr/>
            <p:nvPr/>
          </p:nvGrpSpPr>
          <p:grpSpPr>
            <a:xfrm>
              <a:off x="1223597" y="5206304"/>
              <a:ext cx="390295" cy="390295"/>
              <a:chOff x="5127625" y="2970213"/>
              <a:chExt cx="914400" cy="914400"/>
            </a:xfrm>
          </p:grpSpPr>
          <p:sp>
            <p:nvSpPr>
              <p:cNvPr id="14" name="Freeform 31">
                <a:extLst>
                  <a:ext uri="{FF2B5EF4-FFF2-40B4-BE49-F238E27FC236}">
                    <a16:creationId xmlns:a16="http://schemas.microsoft.com/office/drawing/2014/main" id="{FA9E0BC8-D738-DC3A-ED88-4E9A5C4A72F2}"/>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5" name="Freeform 32">
                <a:extLst>
                  <a:ext uri="{FF2B5EF4-FFF2-40B4-BE49-F238E27FC236}">
                    <a16:creationId xmlns:a16="http://schemas.microsoft.com/office/drawing/2014/main" id="{26877BCA-3900-825B-7041-EE916D8FAEEA}"/>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7" name="Group 6">
              <a:extLst>
                <a:ext uri="{FF2B5EF4-FFF2-40B4-BE49-F238E27FC236}">
                  <a16:creationId xmlns:a16="http://schemas.microsoft.com/office/drawing/2014/main" id="{AFD8469A-6AFA-DE92-D02A-10880375D872}"/>
                </a:ext>
              </a:extLst>
            </p:cNvPr>
            <p:cNvGrpSpPr/>
            <p:nvPr/>
          </p:nvGrpSpPr>
          <p:grpSpPr>
            <a:xfrm>
              <a:off x="369827" y="5206304"/>
              <a:ext cx="390295" cy="390295"/>
              <a:chOff x="3127375" y="2970213"/>
              <a:chExt cx="914400" cy="914400"/>
            </a:xfrm>
          </p:grpSpPr>
          <p:sp>
            <p:nvSpPr>
              <p:cNvPr id="9" name="Freeform 26">
                <a:extLst>
                  <a:ext uri="{FF2B5EF4-FFF2-40B4-BE49-F238E27FC236}">
                    <a16:creationId xmlns:a16="http://schemas.microsoft.com/office/drawing/2014/main" id="{976E098B-D31F-9A8E-5074-8A8CE6CFD0C9}"/>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0" name="Freeform 27">
                <a:extLst>
                  <a:ext uri="{FF2B5EF4-FFF2-40B4-BE49-F238E27FC236}">
                    <a16:creationId xmlns:a16="http://schemas.microsoft.com/office/drawing/2014/main" id="{BD836575-6904-ED99-C208-66E67267EE06}"/>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1" name="Freeform 28">
                <a:extLst>
                  <a:ext uri="{FF2B5EF4-FFF2-40B4-BE49-F238E27FC236}">
                    <a16:creationId xmlns:a16="http://schemas.microsoft.com/office/drawing/2014/main" id="{603AAB0E-8C34-6142-FDCB-833E191A081D}"/>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2" name="Freeform 29">
                <a:extLst>
                  <a:ext uri="{FF2B5EF4-FFF2-40B4-BE49-F238E27FC236}">
                    <a16:creationId xmlns:a16="http://schemas.microsoft.com/office/drawing/2014/main" id="{3BB9875A-CADD-548F-B113-F6A4717F15E2}"/>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3" name="Freeform 30">
                <a:extLst>
                  <a:ext uri="{FF2B5EF4-FFF2-40B4-BE49-F238E27FC236}">
                    <a16:creationId xmlns:a16="http://schemas.microsoft.com/office/drawing/2014/main" id="{04DB7CAE-F24B-72A6-9EE8-94D5B971FBFC}"/>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pic>
          <p:nvPicPr>
            <p:cNvPr id="8" name="Graphic 7">
              <a:extLst>
                <a:ext uri="{FF2B5EF4-FFF2-40B4-BE49-F238E27FC236}">
                  <a16:creationId xmlns:a16="http://schemas.microsoft.com/office/drawing/2014/main" id="{CE97BD5E-0C62-B835-F877-5B1F44C8318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97577" y="5207799"/>
              <a:ext cx="388800" cy="388800"/>
            </a:xfrm>
            <a:prstGeom prst="rect">
              <a:avLst/>
            </a:prstGeom>
          </p:spPr>
        </p:pic>
      </p:grpSp>
    </p:spTree>
    <p:extLst>
      <p:ext uri="{BB962C8B-B14F-4D97-AF65-F5344CB8AC3E}">
        <p14:creationId xmlns:p14="http://schemas.microsoft.com/office/powerpoint/2010/main" val="123780502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2_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D335AFA-79EF-48E7-9FDA-A8FCF952D278}"/>
              </a:ext>
            </a:extLst>
          </p:cNvPr>
          <p:cNvSpPr txBox="1"/>
          <p:nvPr userDrawn="1">
            <p:custDataLst>
              <p:tags r:id="rId1"/>
            </p:custDataLst>
          </p:nvPr>
        </p:nvSpPr>
        <p:spPr>
          <a:xfrm>
            <a:off x="999402" y="5651600"/>
            <a:ext cx="237404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kern="1200" noProof="0">
                <a:solidFill>
                  <a:schemeClr val="tx2"/>
                </a:solidFill>
                <a:latin typeface="+mn-lt"/>
                <a:ea typeface="+mn-ea"/>
                <a:cs typeface="+mn-cs"/>
              </a:rPr>
              <a:t>Document Classification: KPMG Public</a:t>
            </a:r>
            <a:endParaRPr lang="en-GB" sz="1000" b="1" kern="1200" noProof="0" dirty="0">
              <a:solidFill>
                <a:schemeClr val="tx2"/>
              </a:solidFill>
              <a:latin typeface="+mn-lt"/>
              <a:ea typeface="+mn-ea"/>
              <a:cs typeface="+mn-cs"/>
            </a:endParaRPr>
          </a:p>
        </p:txBody>
      </p:sp>
      <p:sp>
        <p:nvSpPr>
          <p:cNvPr id="22" name="Text Placeholder 2">
            <a:extLst>
              <a:ext uri="{FF2B5EF4-FFF2-40B4-BE49-F238E27FC236}">
                <a16:creationId xmlns:a16="http://schemas.microsoft.com/office/drawing/2014/main" id="{48703AF1-229E-4220-A6D7-6F1010E1F9DE}"/>
              </a:ext>
            </a:extLst>
          </p:cNvPr>
          <p:cNvSpPr>
            <a:spLocks noGrp="1"/>
          </p:cNvSpPr>
          <p:nvPr>
            <p:ph type="body" sz="quarter" idx="10"/>
          </p:nvPr>
        </p:nvSpPr>
        <p:spPr>
          <a:xfrm>
            <a:off x="999067" y="3653770"/>
            <a:ext cx="8340243" cy="1843088"/>
          </a:xfrm>
        </p:spPr>
        <p:txBody>
          <a:bodyPr anchor="b"/>
          <a:lstStyle>
            <a:lvl1pPr>
              <a:spcAft>
                <a:spcPts val="1000"/>
              </a:spcAft>
              <a:defRPr sz="1000" b="0">
                <a:solidFill>
                  <a:schemeClr val="tx2"/>
                </a:solidFill>
              </a:defRPr>
            </a:lvl1pPr>
            <a:lvl2pPr>
              <a:spcAft>
                <a:spcPts val="1000"/>
              </a:spcAft>
              <a:defRPr sz="1000" b="0">
                <a:solidFill>
                  <a:schemeClr val="tx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C42B2CC1-3453-431E-BEB1-143BFA0FE57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9067" y="313438"/>
            <a:ext cx="1048587" cy="316800"/>
          </a:xfrm>
          <a:prstGeom prst="rect">
            <a:avLst/>
          </a:prstGeom>
        </p:spPr>
      </p:pic>
      <p:sp>
        <p:nvSpPr>
          <p:cNvPr id="52" name="Text Placeholder 2">
            <a:extLst>
              <a:ext uri="{FF2B5EF4-FFF2-40B4-BE49-F238E27FC236}">
                <a16:creationId xmlns:a16="http://schemas.microsoft.com/office/drawing/2014/main" id="{D7A42A05-40D4-4F7B-970A-F6070CBF3EFF}"/>
              </a:ext>
            </a:extLst>
          </p:cNvPr>
          <p:cNvSpPr>
            <a:spLocks noGrp="1"/>
          </p:cNvSpPr>
          <p:nvPr>
            <p:ph type="body" sz="quarter" idx="14" hasCustomPrompt="1"/>
          </p:nvPr>
        </p:nvSpPr>
        <p:spPr>
          <a:xfrm>
            <a:off x="999067" y="3174959"/>
            <a:ext cx="3215651" cy="119064"/>
          </a:xfrm>
        </p:spPr>
        <p:txBody>
          <a:bodyPr/>
          <a:lstStyle>
            <a:lvl1pPr>
              <a:buFontTx/>
              <a:buNone/>
              <a:defRPr sz="1100" b="1">
                <a:solidFill>
                  <a:schemeClr val="bg1"/>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r>
              <a:rPr lang="en-GB" dirty="0"/>
              <a:t>kpmg.com/</a:t>
            </a:r>
            <a:r>
              <a:rPr lang="en-GB" dirty="0" err="1"/>
              <a:t>cn</a:t>
            </a:r>
            <a:r>
              <a:rPr lang="en-GB" dirty="0"/>
              <a:t>/</a:t>
            </a:r>
            <a:r>
              <a:rPr lang="en-GB" dirty="0" err="1"/>
              <a:t>socialmedia</a:t>
            </a:r>
            <a:endParaRPr lang="en-GB" dirty="0"/>
          </a:p>
        </p:txBody>
      </p:sp>
      <p:grpSp>
        <p:nvGrpSpPr>
          <p:cNvPr id="2" name="Group 1">
            <a:extLst>
              <a:ext uri="{FF2B5EF4-FFF2-40B4-BE49-F238E27FC236}">
                <a16:creationId xmlns:a16="http://schemas.microsoft.com/office/drawing/2014/main" id="{8AE62DDB-9149-D307-0EF0-2DDD14C03160}"/>
              </a:ext>
            </a:extLst>
          </p:cNvPr>
          <p:cNvGrpSpPr/>
          <p:nvPr userDrawn="1"/>
        </p:nvGrpSpPr>
        <p:grpSpPr>
          <a:xfrm>
            <a:off x="999744" y="2624328"/>
            <a:ext cx="3375328" cy="402492"/>
            <a:chOff x="369827" y="5202238"/>
            <a:chExt cx="2531496" cy="402492"/>
          </a:xfrm>
        </p:grpSpPr>
        <p:grpSp>
          <p:nvGrpSpPr>
            <p:cNvPr id="3" name="Group 2">
              <a:extLst>
                <a:ext uri="{FF2B5EF4-FFF2-40B4-BE49-F238E27FC236}">
                  <a16:creationId xmlns:a16="http://schemas.microsoft.com/office/drawing/2014/main" id="{9441BA5C-9E7F-3C47-9E5A-A1D68E989EFA}"/>
                </a:ext>
              </a:extLst>
            </p:cNvPr>
            <p:cNvGrpSpPr/>
            <p:nvPr/>
          </p:nvGrpSpPr>
          <p:grpSpPr>
            <a:xfrm>
              <a:off x="2498831" y="5202238"/>
              <a:ext cx="402492" cy="402492"/>
              <a:chOff x="8115300" y="2960688"/>
              <a:chExt cx="942975" cy="942975"/>
            </a:xfrm>
          </p:grpSpPr>
          <p:pic>
            <p:nvPicPr>
              <p:cNvPr id="36" name="Picture 5">
                <a:extLst>
                  <a:ext uri="{FF2B5EF4-FFF2-40B4-BE49-F238E27FC236}">
                    <a16:creationId xmlns:a16="http://schemas.microsoft.com/office/drawing/2014/main" id="{D3EAF825-98E7-5DCE-777C-144BD3C79662}"/>
                  </a:ext>
                </a:extLst>
              </p:cNvPr>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Freeform 40">
                <a:extLst>
                  <a:ext uri="{FF2B5EF4-FFF2-40B4-BE49-F238E27FC236}">
                    <a16:creationId xmlns:a16="http://schemas.microsoft.com/office/drawing/2014/main" id="{39C4DCFA-51D4-F337-C2EC-1A5E02022F1D}"/>
                  </a:ext>
                </a:extLst>
              </p:cNvPr>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4" name="Group 3">
              <a:extLst>
                <a:ext uri="{FF2B5EF4-FFF2-40B4-BE49-F238E27FC236}">
                  <a16:creationId xmlns:a16="http://schemas.microsoft.com/office/drawing/2014/main" id="{45B3DDB7-FB82-88E2-926B-C6D7521F75DE}"/>
                </a:ext>
              </a:extLst>
            </p:cNvPr>
            <p:cNvGrpSpPr/>
            <p:nvPr/>
          </p:nvGrpSpPr>
          <p:grpSpPr>
            <a:xfrm>
              <a:off x="2077367" y="5206304"/>
              <a:ext cx="390295" cy="390295"/>
              <a:chOff x="7127875" y="2970213"/>
              <a:chExt cx="914400" cy="914400"/>
            </a:xfrm>
          </p:grpSpPr>
          <p:sp>
            <p:nvSpPr>
              <p:cNvPr id="34" name="Freeform 37">
                <a:extLst>
                  <a:ext uri="{FF2B5EF4-FFF2-40B4-BE49-F238E27FC236}">
                    <a16:creationId xmlns:a16="http://schemas.microsoft.com/office/drawing/2014/main" id="{FBCFFBDE-5073-C4E8-A544-E4A0F5B6CF0D}"/>
                  </a:ext>
                </a:extLst>
              </p:cNvPr>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35" name="Freeform 38">
                <a:extLst>
                  <a:ext uri="{FF2B5EF4-FFF2-40B4-BE49-F238E27FC236}">
                    <a16:creationId xmlns:a16="http://schemas.microsoft.com/office/drawing/2014/main" id="{0BE3E801-10EB-BC18-EE1B-C37319772C9E}"/>
                  </a:ext>
                </a:extLst>
              </p:cNvPr>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5" name="Group 4">
              <a:extLst>
                <a:ext uri="{FF2B5EF4-FFF2-40B4-BE49-F238E27FC236}">
                  <a16:creationId xmlns:a16="http://schemas.microsoft.com/office/drawing/2014/main" id="{BFA8B7A4-6EF9-510E-AF1E-324C97254274}"/>
                </a:ext>
              </a:extLst>
            </p:cNvPr>
            <p:cNvGrpSpPr/>
            <p:nvPr/>
          </p:nvGrpSpPr>
          <p:grpSpPr>
            <a:xfrm>
              <a:off x="1650482" y="5206304"/>
              <a:ext cx="390295" cy="390295"/>
              <a:chOff x="6127750" y="2970213"/>
              <a:chExt cx="914400" cy="914400"/>
            </a:xfrm>
          </p:grpSpPr>
          <p:sp>
            <p:nvSpPr>
              <p:cNvPr id="24" name="Freeform 35">
                <a:extLst>
                  <a:ext uri="{FF2B5EF4-FFF2-40B4-BE49-F238E27FC236}">
                    <a16:creationId xmlns:a16="http://schemas.microsoft.com/office/drawing/2014/main" id="{BEF56342-0DB8-47EB-32FF-50E45CDEB55F}"/>
                  </a:ext>
                </a:extLst>
              </p:cNvPr>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33" name="Freeform 36">
                <a:extLst>
                  <a:ext uri="{FF2B5EF4-FFF2-40B4-BE49-F238E27FC236}">
                    <a16:creationId xmlns:a16="http://schemas.microsoft.com/office/drawing/2014/main" id="{19A5F103-1710-9F05-D912-6EF7062A9F93}"/>
                  </a:ext>
                </a:extLst>
              </p:cNvPr>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6" name="Group 5">
              <a:extLst>
                <a:ext uri="{FF2B5EF4-FFF2-40B4-BE49-F238E27FC236}">
                  <a16:creationId xmlns:a16="http://schemas.microsoft.com/office/drawing/2014/main" id="{07BE69AE-A100-F2D5-6EA5-C0BA1271CAFA}"/>
                </a:ext>
              </a:extLst>
            </p:cNvPr>
            <p:cNvGrpSpPr/>
            <p:nvPr/>
          </p:nvGrpSpPr>
          <p:grpSpPr>
            <a:xfrm>
              <a:off x="1223597" y="5206304"/>
              <a:ext cx="390295" cy="390295"/>
              <a:chOff x="5127625" y="2970213"/>
              <a:chExt cx="914400" cy="914400"/>
            </a:xfrm>
          </p:grpSpPr>
          <p:sp>
            <p:nvSpPr>
              <p:cNvPr id="14" name="Freeform 31">
                <a:extLst>
                  <a:ext uri="{FF2B5EF4-FFF2-40B4-BE49-F238E27FC236}">
                    <a16:creationId xmlns:a16="http://schemas.microsoft.com/office/drawing/2014/main" id="{1A23AE39-FB9C-0002-37AE-4B2BB2C1014C}"/>
                  </a:ext>
                </a:extLst>
              </p:cNvPr>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5" name="Freeform 32">
                <a:extLst>
                  <a:ext uri="{FF2B5EF4-FFF2-40B4-BE49-F238E27FC236}">
                    <a16:creationId xmlns:a16="http://schemas.microsoft.com/office/drawing/2014/main" id="{7169DEF7-AFD0-31FB-AFDD-14F830301DBE}"/>
                  </a:ext>
                </a:extLst>
              </p:cNvPr>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grpSp>
          <p:nvGrpSpPr>
            <p:cNvPr id="7" name="Group 6">
              <a:extLst>
                <a:ext uri="{FF2B5EF4-FFF2-40B4-BE49-F238E27FC236}">
                  <a16:creationId xmlns:a16="http://schemas.microsoft.com/office/drawing/2014/main" id="{666FAE02-A73D-3A41-9621-D9DC7AFC1A3F}"/>
                </a:ext>
              </a:extLst>
            </p:cNvPr>
            <p:cNvGrpSpPr/>
            <p:nvPr/>
          </p:nvGrpSpPr>
          <p:grpSpPr>
            <a:xfrm>
              <a:off x="369827" y="5206304"/>
              <a:ext cx="390295" cy="390295"/>
              <a:chOff x="3127375" y="2970213"/>
              <a:chExt cx="914400" cy="914400"/>
            </a:xfrm>
          </p:grpSpPr>
          <p:sp>
            <p:nvSpPr>
              <p:cNvPr id="9" name="Freeform 26">
                <a:extLst>
                  <a:ext uri="{FF2B5EF4-FFF2-40B4-BE49-F238E27FC236}">
                    <a16:creationId xmlns:a16="http://schemas.microsoft.com/office/drawing/2014/main" id="{6729CA73-FBBE-44F1-1769-E0B5EE7DDF8A}"/>
                  </a:ext>
                </a:extLst>
              </p:cNvPr>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0" name="Freeform 27">
                <a:extLst>
                  <a:ext uri="{FF2B5EF4-FFF2-40B4-BE49-F238E27FC236}">
                    <a16:creationId xmlns:a16="http://schemas.microsoft.com/office/drawing/2014/main" id="{854669B5-35C9-BFB9-5AE5-BCCCF4888FE4}"/>
                  </a:ext>
                </a:extLst>
              </p:cNvPr>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1" name="Freeform 28">
                <a:extLst>
                  <a:ext uri="{FF2B5EF4-FFF2-40B4-BE49-F238E27FC236}">
                    <a16:creationId xmlns:a16="http://schemas.microsoft.com/office/drawing/2014/main" id="{DD5D9AD4-6345-8C2C-A85A-D1F40C957D22}"/>
                  </a:ext>
                </a:extLst>
              </p:cNvPr>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2" name="Freeform 29">
                <a:extLst>
                  <a:ext uri="{FF2B5EF4-FFF2-40B4-BE49-F238E27FC236}">
                    <a16:creationId xmlns:a16="http://schemas.microsoft.com/office/drawing/2014/main" id="{2F9B58C1-CB80-CE8E-FEF5-AF27E9AADFF1}"/>
                  </a:ext>
                </a:extLst>
              </p:cNvPr>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sp>
            <p:nvSpPr>
              <p:cNvPr id="13" name="Freeform 30">
                <a:extLst>
                  <a:ext uri="{FF2B5EF4-FFF2-40B4-BE49-F238E27FC236}">
                    <a16:creationId xmlns:a16="http://schemas.microsoft.com/office/drawing/2014/main" id="{7BCDC8A7-4240-4554-2F9B-EA8901B8C420}"/>
                  </a:ext>
                </a:extLst>
              </p:cNvPr>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1800"/>
              </a:p>
            </p:txBody>
          </p:sp>
        </p:grpSp>
        <p:pic>
          <p:nvPicPr>
            <p:cNvPr id="8" name="Graphic 7">
              <a:extLst>
                <a:ext uri="{FF2B5EF4-FFF2-40B4-BE49-F238E27FC236}">
                  <a16:creationId xmlns:a16="http://schemas.microsoft.com/office/drawing/2014/main" id="{5AE82C99-8449-D606-96BF-D5953A0AF58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97577" y="5207799"/>
              <a:ext cx="388800" cy="388800"/>
            </a:xfrm>
            <a:prstGeom prst="rect">
              <a:avLst/>
            </a:prstGeom>
          </p:spPr>
        </p:pic>
      </p:grpSp>
    </p:spTree>
    <p:extLst>
      <p:ext uri="{BB962C8B-B14F-4D97-AF65-F5344CB8AC3E}">
        <p14:creationId xmlns:p14="http://schemas.microsoft.com/office/powerpoint/2010/main" val="5997094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599"/>
            </a:lvl1pPr>
          </a:lstStyle>
          <a:p>
            <a:r>
              <a:rPr lang="en-US" dirty="0"/>
              <a:t>Click to edit Master title style</a:t>
            </a:r>
          </a:p>
        </p:txBody>
      </p:sp>
      <p:sp>
        <p:nvSpPr>
          <p:cNvPr id="3" name="Text Placeholder 4"/>
          <p:cNvSpPr>
            <a:spLocks noGrp="1"/>
          </p:cNvSpPr>
          <p:nvPr>
            <p:ph type="body" sz="quarter" idx="11" hasCustomPrompt="1"/>
          </p:nvPr>
        </p:nvSpPr>
        <p:spPr>
          <a:xfrm>
            <a:off x="1016126" y="203863"/>
            <a:ext cx="10159755" cy="169200"/>
          </a:xfrm>
        </p:spPr>
        <p:txBody>
          <a:bodyPr anchor="b"/>
          <a:lstStyle>
            <a:lvl1pPr>
              <a:spcAft>
                <a:spcPts val="0"/>
              </a:spcAft>
              <a:defRPr sz="1200"/>
            </a:lvl1pPr>
          </a:lstStyle>
          <a:p>
            <a:pPr lvl="0"/>
            <a:r>
              <a:rPr lang="en-US" dirty="0"/>
              <a:t>Super title here</a:t>
            </a:r>
          </a:p>
        </p:txBody>
      </p:sp>
      <p:graphicFrame>
        <p:nvGraphicFramePr>
          <p:cNvPr id="4" name="Table 3">
            <a:extLst>
              <a:ext uri="{FF2B5EF4-FFF2-40B4-BE49-F238E27FC236}">
                <a16:creationId xmlns:a16="http://schemas.microsoft.com/office/drawing/2014/main" id="{50EC986A-CF32-472A-A274-72C23BF8409E}"/>
              </a:ext>
            </a:extLst>
          </p:cNvPr>
          <p:cNvGraphicFramePr>
            <a:graphicFrameLocks noGrp="1"/>
          </p:cNvGraphicFramePr>
          <p:nvPr userDrawn="1">
            <p:extLst>
              <p:ext uri="{D42A27DB-BD31-4B8C-83A1-F6EECF244321}">
                <p14:modId xmlns:p14="http://schemas.microsoft.com/office/powerpoint/2010/main" val="3039678023"/>
              </p:ext>
            </p:extLst>
          </p:nvPr>
        </p:nvGraphicFramePr>
        <p:xfrm>
          <a:off x="8" y="0"/>
          <a:ext cx="294751" cy="6858000"/>
        </p:xfrm>
        <a:graphic>
          <a:graphicData uri="http://schemas.openxmlformats.org/drawingml/2006/table">
            <a:tbl>
              <a:tblPr>
                <a:tableStyleId>{5C22544A-7EE6-4342-B048-85BDC9FD1C3A}</a:tableStyleId>
              </a:tblPr>
              <a:tblGrid>
                <a:gridCol w="294751">
                  <a:extLst>
                    <a:ext uri="{9D8B030D-6E8A-4147-A177-3AD203B41FA5}">
                      <a16:colId xmlns:a16="http://schemas.microsoft.com/office/drawing/2014/main" val="20000"/>
                    </a:ext>
                  </a:extLst>
                </a:gridCol>
              </a:tblGrid>
              <a:tr h="1371600">
                <a:tc>
                  <a:txBody>
                    <a:bodyPr/>
                    <a:lstStyle/>
                    <a:p>
                      <a:endParaRPr lang="en-US" sz="800" dirty="0">
                        <a:solidFill>
                          <a:schemeClr val="bg1"/>
                        </a:solidFill>
                      </a:endParaRPr>
                    </a:p>
                  </a:txBody>
                  <a:tcPr marL="76571" marR="76571" marT="62213" marB="6221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1371600">
                <a:tc>
                  <a:txBody>
                    <a:bodyPr/>
                    <a:lstStyle/>
                    <a:p>
                      <a:endParaRPr lang="en-US" sz="800" dirty="0">
                        <a:solidFill>
                          <a:schemeClr val="bg1"/>
                        </a:solidFill>
                      </a:endParaRPr>
                    </a:p>
                  </a:txBody>
                  <a:tcPr marL="76571" marR="76571" marT="62213" marB="6221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1"/>
                  </a:ext>
                </a:extLst>
              </a:tr>
              <a:tr h="1371600">
                <a:tc>
                  <a:txBody>
                    <a:bodyPr/>
                    <a:lstStyle/>
                    <a:p>
                      <a:endParaRPr lang="en-US" sz="800" dirty="0">
                        <a:solidFill>
                          <a:schemeClr val="bg1"/>
                        </a:solidFill>
                      </a:endParaRPr>
                    </a:p>
                  </a:txBody>
                  <a:tcPr marL="76571" marR="76571" marT="62213" marB="6221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r h="1371600">
                <a:tc>
                  <a:txBody>
                    <a:bodyPr/>
                    <a:lstStyle/>
                    <a:p>
                      <a:endParaRPr lang="en-US" sz="800" dirty="0">
                        <a:solidFill>
                          <a:schemeClr val="bg1"/>
                        </a:solidFill>
                      </a:endParaRPr>
                    </a:p>
                  </a:txBody>
                  <a:tcPr marL="76571" marR="76571" marT="62213" marB="6221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3"/>
                  </a:ext>
                </a:extLst>
              </a:tr>
              <a:tr h="1371600">
                <a:tc>
                  <a:txBody>
                    <a:bodyPr/>
                    <a:lstStyle/>
                    <a:p>
                      <a:endParaRPr lang="en-US" sz="800" dirty="0">
                        <a:solidFill>
                          <a:schemeClr val="bg1"/>
                        </a:solidFill>
                      </a:endParaRPr>
                    </a:p>
                  </a:txBody>
                  <a:tcPr marL="76571" marR="76571" marT="62213" marB="6221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911473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1019904"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eaLnBrk="1"/>
            <a:endParaRPr lang="en-GB" sz="1400" dirty="0">
              <a:latin typeface="Arial" panose="020B0604020202020204" pitchFamily="34" charset="0"/>
              <a:sym typeface="Arial" panose="020B0604020202020204" pitchFamily="34" charset="0"/>
            </a:endParaRPr>
          </a:p>
        </p:txBody>
      </p:sp>
      <p:sp>
        <p:nvSpPr>
          <p:cNvPr id="17" name="Freeform 19"/>
          <p:cNvSpPr>
            <a:spLocks noEditPoints="1"/>
          </p:cNvSpPr>
          <p:nvPr userDrawn="1"/>
        </p:nvSpPr>
        <p:spPr bwMode="auto">
          <a:xfrm>
            <a:off x="2111999" y="784800"/>
            <a:ext cx="957046"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eaLnBrk="1"/>
            <a:endParaRPr lang="en-GB" sz="1800" dirty="0"/>
          </a:p>
        </p:txBody>
      </p:sp>
      <p:sp>
        <p:nvSpPr>
          <p:cNvPr id="16" name="Text Placeholder 2"/>
          <p:cNvSpPr>
            <a:spLocks noGrp="1"/>
          </p:cNvSpPr>
          <p:nvPr>
            <p:ph type="body" sz="quarter" idx="11"/>
          </p:nvPr>
        </p:nvSpPr>
        <p:spPr>
          <a:xfrm>
            <a:off x="2112000" y="5113340"/>
            <a:ext cx="9077569" cy="554037"/>
          </a:xfrm>
          <a:prstGeom prst="rect">
            <a:avLst/>
          </a:prstGeo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GB" dirty="0"/>
              <a:t>Click to edit Master text styles</a:t>
            </a:r>
          </a:p>
          <a:p>
            <a:pPr lvl="1"/>
            <a:r>
              <a:rPr lang="en-GB" dirty="0"/>
              <a:t>Second level</a:t>
            </a:r>
          </a:p>
        </p:txBody>
      </p:sp>
      <p:sp>
        <p:nvSpPr>
          <p:cNvPr id="18" name="Text Placeholder 2"/>
          <p:cNvSpPr>
            <a:spLocks noGrp="1"/>
          </p:cNvSpPr>
          <p:nvPr>
            <p:ph type="body" sz="quarter" idx="12"/>
          </p:nvPr>
        </p:nvSpPr>
        <p:spPr>
          <a:xfrm>
            <a:off x="2112000" y="5902325"/>
            <a:ext cx="9077569" cy="119064"/>
          </a:xfrm>
          <a:prstGeom prst="rect">
            <a:avLst/>
          </a:prstGeo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GB" dirty="0"/>
              <a:t>Click to edit Master text styles</a:t>
            </a:r>
          </a:p>
        </p:txBody>
      </p:sp>
      <p:sp>
        <p:nvSpPr>
          <p:cNvPr id="19" name="Text Placeholder 2"/>
          <p:cNvSpPr>
            <a:spLocks noGrp="1"/>
          </p:cNvSpPr>
          <p:nvPr>
            <p:ph type="body" sz="quarter" idx="13"/>
          </p:nvPr>
        </p:nvSpPr>
        <p:spPr>
          <a:xfrm>
            <a:off x="2112000" y="4313240"/>
            <a:ext cx="9077569" cy="554037"/>
          </a:xfrm>
          <a:prstGeom prst="rect">
            <a:avLst/>
          </a:prstGeo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GB" dirty="0"/>
              <a:t>Click to edit Master text styles</a:t>
            </a:r>
          </a:p>
          <a:p>
            <a:pPr lvl="1"/>
            <a:r>
              <a:rPr lang="en-GB" dirty="0"/>
              <a:t>Second level</a:t>
            </a:r>
          </a:p>
        </p:txBody>
      </p:sp>
      <p:sp>
        <p:nvSpPr>
          <p:cNvPr id="20" name="Text Placeholder 2"/>
          <p:cNvSpPr>
            <a:spLocks noGrp="1"/>
          </p:cNvSpPr>
          <p:nvPr>
            <p:ph type="body" sz="quarter" idx="14"/>
          </p:nvPr>
        </p:nvSpPr>
        <p:spPr>
          <a:xfrm>
            <a:off x="2111999" y="3948112"/>
            <a:ext cx="2525538" cy="119064"/>
          </a:xfrm>
          <a:prstGeom prst="rect">
            <a:avLst/>
          </a:prstGeo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GB" dirty="0"/>
              <a:t>Click to edit Master text styles</a:t>
            </a:r>
          </a:p>
        </p:txBody>
      </p:sp>
      <p:grpSp>
        <p:nvGrpSpPr>
          <p:cNvPr id="12" name="Group 11"/>
          <p:cNvGrpSpPr/>
          <p:nvPr userDrawn="1"/>
        </p:nvGrpSpPr>
        <p:grpSpPr>
          <a:xfrm>
            <a:off x="2111999" y="3348038"/>
            <a:ext cx="3115687" cy="483454"/>
            <a:chOff x="3127375" y="2960688"/>
            <a:chExt cx="5930900" cy="942975"/>
          </a:xfrm>
        </p:grpSpPr>
        <p:grpSp>
          <p:nvGrpSpPr>
            <p:cNvPr id="13" name="Group 12"/>
            <p:cNvGrpSpPr/>
            <p:nvPr/>
          </p:nvGrpSpPr>
          <p:grpSpPr>
            <a:xfrm>
              <a:off x="8115300" y="2960688"/>
              <a:ext cx="942975" cy="942975"/>
              <a:chOff x="8115300" y="2960688"/>
              <a:chExt cx="942975" cy="942975"/>
            </a:xfrm>
          </p:grpSpPr>
          <p:pic>
            <p:nvPicPr>
              <p:cNvPr id="38" name="Picture 5"/>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38"/>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nvGrpSpPr>
            <p:cNvPr id="14" name="Group 13"/>
            <p:cNvGrpSpPr/>
            <p:nvPr/>
          </p:nvGrpSpPr>
          <p:grpSpPr>
            <a:xfrm>
              <a:off x="7127875" y="2970213"/>
              <a:ext cx="914400" cy="914400"/>
              <a:chOff x="7127875" y="2970213"/>
              <a:chExt cx="914400" cy="914400"/>
            </a:xfrm>
          </p:grpSpPr>
          <p:sp>
            <p:nvSpPr>
              <p:cNvPr id="36" name="Freeform 35"/>
              <p:cNvSpPr>
                <a:spLocks/>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37" name="Freeform 36"/>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nvGrpSpPr>
            <p:cNvPr id="15" name="Group 14"/>
            <p:cNvGrpSpPr/>
            <p:nvPr/>
          </p:nvGrpSpPr>
          <p:grpSpPr>
            <a:xfrm>
              <a:off x="6127750" y="2970213"/>
              <a:ext cx="914400" cy="914400"/>
              <a:chOff x="6127750" y="2970213"/>
              <a:chExt cx="914400" cy="914400"/>
            </a:xfrm>
          </p:grpSpPr>
          <p:sp>
            <p:nvSpPr>
              <p:cNvPr id="34" name="Freeform 33"/>
              <p:cNvSpPr>
                <a:spLocks/>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35" name="Freeform 34"/>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nvGrpSpPr>
            <p:cNvPr id="22" name="Group 21"/>
            <p:cNvGrpSpPr/>
            <p:nvPr/>
          </p:nvGrpSpPr>
          <p:grpSpPr>
            <a:xfrm>
              <a:off x="4127500" y="2970213"/>
              <a:ext cx="914400" cy="914400"/>
              <a:chOff x="4127500" y="2970213"/>
              <a:chExt cx="914400" cy="914400"/>
            </a:xfrm>
          </p:grpSpPr>
          <p:sp>
            <p:nvSpPr>
              <p:cNvPr id="32" name="Freeform 31"/>
              <p:cNvSpPr>
                <a:spLocks/>
              </p:cNvSpPr>
              <p:nvPr/>
            </p:nvSpPr>
            <p:spPr bwMode="auto">
              <a:xfrm>
                <a:off x="4127500"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28 w 576"/>
                  <a:gd name="T25" fmla="*/ 576 h 576"/>
                  <a:gd name="T26" fmla="*/ 22 w 576"/>
                  <a:gd name="T27" fmla="*/ 574 h 576"/>
                  <a:gd name="T28" fmla="*/ 16 w 576"/>
                  <a:gd name="T29" fmla="*/ 570 h 576"/>
                  <a:gd name="T30" fmla="*/ 10 w 576"/>
                  <a:gd name="T31" fmla="*/ 566 h 576"/>
                  <a:gd name="T32" fmla="*/ 6 w 576"/>
                  <a:gd name="T33" fmla="*/ 560 h 576"/>
                  <a:gd name="T34" fmla="*/ 2 w 576"/>
                  <a:gd name="T35" fmla="*/ 554 h 576"/>
                  <a:gd name="T36" fmla="*/ 0 w 576"/>
                  <a:gd name="T37" fmla="*/ 548 h 576"/>
                  <a:gd name="T38" fmla="*/ 0 w 576"/>
                  <a:gd name="T39" fmla="*/ 540 h 576"/>
                  <a:gd name="T40" fmla="*/ 0 w 576"/>
                  <a:gd name="T41" fmla="*/ 36 h 576"/>
                  <a:gd name="T42" fmla="*/ 0 w 576"/>
                  <a:gd name="T43" fmla="*/ 36 h 576"/>
                  <a:gd name="T44" fmla="*/ 0 w 576"/>
                  <a:gd name="T45" fmla="*/ 30 h 576"/>
                  <a:gd name="T46" fmla="*/ 2 w 576"/>
                  <a:gd name="T47" fmla="*/ 22 h 576"/>
                  <a:gd name="T48" fmla="*/ 6 w 576"/>
                  <a:gd name="T49" fmla="*/ 16 h 576"/>
                  <a:gd name="T50" fmla="*/ 10 w 576"/>
                  <a:gd name="T51" fmla="*/ 12 h 576"/>
                  <a:gd name="T52" fmla="*/ 16 w 576"/>
                  <a:gd name="T53" fmla="*/ 6 h 576"/>
                  <a:gd name="T54" fmla="*/ 22 w 576"/>
                  <a:gd name="T55" fmla="*/ 4 h 576"/>
                  <a:gd name="T56" fmla="*/ 28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28" y="576"/>
                    </a:lnTo>
                    <a:lnTo>
                      <a:pt x="22" y="574"/>
                    </a:lnTo>
                    <a:lnTo>
                      <a:pt x="16" y="570"/>
                    </a:lnTo>
                    <a:lnTo>
                      <a:pt x="10" y="566"/>
                    </a:lnTo>
                    <a:lnTo>
                      <a:pt x="6" y="560"/>
                    </a:lnTo>
                    <a:lnTo>
                      <a:pt x="2" y="554"/>
                    </a:lnTo>
                    <a:lnTo>
                      <a:pt x="0" y="548"/>
                    </a:lnTo>
                    <a:lnTo>
                      <a:pt x="0" y="540"/>
                    </a:lnTo>
                    <a:lnTo>
                      <a:pt x="0" y="36"/>
                    </a:lnTo>
                    <a:lnTo>
                      <a:pt x="0" y="36"/>
                    </a:lnTo>
                    <a:lnTo>
                      <a:pt x="0" y="30"/>
                    </a:lnTo>
                    <a:lnTo>
                      <a:pt x="2" y="22"/>
                    </a:lnTo>
                    <a:lnTo>
                      <a:pt x="6" y="16"/>
                    </a:lnTo>
                    <a:lnTo>
                      <a:pt x="10" y="12"/>
                    </a:lnTo>
                    <a:lnTo>
                      <a:pt x="16" y="6"/>
                    </a:lnTo>
                    <a:lnTo>
                      <a:pt x="22" y="4"/>
                    </a:lnTo>
                    <a:lnTo>
                      <a:pt x="28"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EBC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33" name="Freeform 32"/>
              <p:cNvSpPr>
                <a:spLocks/>
              </p:cNvSpPr>
              <p:nvPr/>
            </p:nvSpPr>
            <p:spPr bwMode="auto">
              <a:xfrm>
                <a:off x="4244975" y="3128963"/>
                <a:ext cx="723900" cy="596900"/>
              </a:xfrm>
              <a:custGeom>
                <a:avLst/>
                <a:gdLst>
                  <a:gd name="T0" fmla="*/ 456 w 456"/>
                  <a:gd name="T1" fmla="*/ 46 h 376"/>
                  <a:gd name="T2" fmla="*/ 438 w 456"/>
                  <a:gd name="T3" fmla="*/ 70 h 376"/>
                  <a:gd name="T4" fmla="*/ 416 w 456"/>
                  <a:gd name="T5" fmla="*/ 90 h 376"/>
                  <a:gd name="T6" fmla="*/ 412 w 456"/>
                  <a:gd name="T7" fmla="*/ 94 h 376"/>
                  <a:gd name="T8" fmla="*/ 410 w 456"/>
                  <a:gd name="T9" fmla="*/ 100 h 376"/>
                  <a:gd name="T10" fmla="*/ 404 w 456"/>
                  <a:gd name="T11" fmla="*/ 166 h 376"/>
                  <a:gd name="T12" fmla="*/ 384 w 456"/>
                  <a:gd name="T13" fmla="*/ 224 h 376"/>
                  <a:gd name="T14" fmla="*/ 352 w 456"/>
                  <a:gd name="T15" fmla="*/ 276 h 376"/>
                  <a:gd name="T16" fmla="*/ 306 w 456"/>
                  <a:gd name="T17" fmla="*/ 322 h 376"/>
                  <a:gd name="T18" fmla="*/ 292 w 456"/>
                  <a:gd name="T19" fmla="*/ 332 h 376"/>
                  <a:gd name="T20" fmla="*/ 262 w 456"/>
                  <a:gd name="T21" fmla="*/ 350 h 376"/>
                  <a:gd name="T22" fmla="*/ 214 w 456"/>
                  <a:gd name="T23" fmla="*/ 366 h 376"/>
                  <a:gd name="T24" fmla="*/ 180 w 456"/>
                  <a:gd name="T25" fmla="*/ 372 h 376"/>
                  <a:gd name="T26" fmla="*/ 136 w 456"/>
                  <a:gd name="T27" fmla="*/ 376 h 376"/>
                  <a:gd name="T28" fmla="*/ 94 w 456"/>
                  <a:gd name="T29" fmla="*/ 370 h 376"/>
                  <a:gd name="T30" fmla="*/ 52 w 456"/>
                  <a:gd name="T31" fmla="*/ 358 h 376"/>
                  <a:gd name="T32" fmla="*/ 12 w 456"/>
                  <a:gd name="T33" fmla="*/ 340 h 376"/>
                  <a:gd name="T34" fmla="*/ 0 w 456"/>
                  <a:gd name="T35" fmla="*/ 334 h 376"/>
                  <a:gd name="T36" fmla="*/ 20 w 456"/>
                  <a:gd name="T37" fmla="*/ 334 h 376"/>
                  <a:gd name="T38" fmla="*/ 56 w 456"/>
                  <a:gd name="T39" fmla="*/ 332 h 376"/>
                  <a:gd name="T40" fmla="*/ 90 w 456"/>
                  <a:gd name="T41" fmla="*/ 322 h 376"/>
                  <a:gd name="T42" fmla="*/ 122 w 456"/>
                  <a:gd name="T43" fmla="*/ 304 h 376"/>
                  <a:gd name="T44" fmla="*/ 138 w 456"/>
                  <a:gd name="T45" fmla="*/ 294 h 376"/>
                  <a:gd name="T46" fmla="*/ 108 w 456"/>
                  <a:gd name="T47" fmla="*/ 288 h 376"/>
                  <a:gd name="T48" fmla="*/ 84 w 456"/>
                  <a:gd name="T49" fmla="*/ 274 h 376"/>
                  <a:gd name="T50" fmla="*/ 74 w 456"/>
                  <a:gd name="T51" fmla="*/ 264 h 376"/>
                  <a:gd name="T52" fmla="*/ 58 w 456"/>
                  <a:gd name="T53" fmla="*/ 242 h 376"/>
                  <a:gd name="T54" fmla="*/ 52 w 456"/>
                  <a:gd name="T55" fmla="*/ 228 h 376"/>
                  <a:gd name="T56" fmla="*/ 90 w 456"/>
                  <a:gd name="T57" fmla="*/ 228 h 376"/>
                  <a:gd name="T58" fmla="*/ 60 w 456"/>
                  <a:gd name="T59" fmla="*/ 212 h 376"/>
                  <a:gd name="T60" fmla="*/ 40 w 456"/>
                  <a:gd name="T61" fmla="*/ 192 h 376"/>
                  <a:gd name="T62" fmla="*/ 26 w 456"/>
                  <a:gd name="T63" fmla="*/ 166 h 376"/>
                  <a:gd name="T64" fmla="*/ 18 w 456"/>
                  <a:gd name="T65" fmla="*/ 134 h 376"/>
                  <a:gd name="T66" fmla="*/ 56 w 456"/>
                  <a:gd name="T67" fmla="*/ 146 h 376"/>
                  <a:gd name="T68" fmla="*/ 58 w 456"/>
                  <a:gd name="T69" fmla="*/ 142 h 376"/>
                  <a:gd name="T70" fmla="*/ 42 w 456"/>
                  <a:gd name="T71" fmla="*/ 128 h 376"/>
                  <a:gd name="T72" fmla="*/ 24 w 456"/>
                  <a:gd name="T73" fmla="*/ 92 h 376"/>
                  <a:gd name="T74" fmla="*/ 20 w 456"/>
                  <a:gd name="T75" fmla="*/ 70 h 376"/>
                  <a:gd name="T76" fmla="*/ 22 w 456"/>
                  <a:gd name="T77" fmla="*/ 44 h 376"/>
                  <a:gd name="T78" fmla="*/ 34 w 456"/>
                  <a:gd name="T79" fmla="*/ 18 h 376"/>
                  <a:gd name="T80" fmla="*/ 52 w 456"/>
                  <a:gd name="T81" fmla="*/ 40 h 376"/>
                  <a:gd name="T82" fmla="*/ 96 w 456"/>
                  <a:gd name="T83" fmla="*/ 74 h 376"/>
                  <a:gd name="T84" fmla="*/ 144 w 456"/>
                  <a:gd name="T85" fmla="*/ 98 h 376"/>
                  <a:gd name="T86" fmla="*/ 196 w 456"/>
                  <a:gd name="T87" fmla="*/ 114 h 376"/>
                  <a:gd name="T88" fmla="*/ 224 w 456"/>
                  <a:gd name="T89" fmla="*/ 116 h 376"/>
                  <a:gd name="T90" fmla="*/ 226 w 456"/>
                  <a:gd name="T91" fmla="*/ 82 h 376"/>
                  <a:gd name="T92" fmla="*/ 228 w 456"/>
                  <a:gd name="T93" fmla="*/ 68 h 376"/>
                  <a:gd name="T94" fmla="*/ 238 w 456"/>
                  <a:gd name="T95" fmla="*/ 44 h 376"/>
                  <a:gd name="T96" fmla="*/ 254 w 456"/>
                  <a:gd name="T97" fmla="*/ 26 h 376"/>
                  <a:gd name="T98" fmla="*/ 274 w 456"/>
                  <a:gd name="T99" fmla="*/ 10 h 376"/>
                  <a:gd name="T100" fmla="*/ 288 w 456"/>
                  <a:gd name="T101" fmla="*/ 6 h 376"/>
                  <a:gd name="T102" fmla="*/ 312 w 456"/>
                  <a:gd name="T103" fmla="*/ 0 h 376"/>
                  <a:gd name="T104" fmla="*/ 338 w 456"/>
                  <a:gd name="T105" fmla="*/ 2 h 376"/>
                  <a:gd name="T106" fmla="*/ 360 w 456"/>
                  <a:gd name="T107" fmla="*/ 10 h 376"/>
                  <a:gd name="T108" fmla="*/ 382 w 456"/>
                  <a:gd name="T109" fmla="*/ 26 h 376"/>
                  <a:gd name="T110" fmla="*/ 386 w 456"/>
                  <a:gd name="T111" fmla="*/ 30 h 376"/>
                  <a:gd name="T112" fmla="*/ 392 w 456"/>
                  <a:gd name="T113" fmla="*/ 28 h 376"/>
                  <a:gd name="T114" fmla="*/ 444 w 456"/>
                  <a:gd name="T115" fmla="*/ 10 h 376"/>
                  <a:gd name="T116" fmla="*/ 430 w 456"/>
                  <a:gd name="T117" fmla="*/ 36 h 376"/>
                  <a:gd name="T118" fmla="*/ 408 w 456"/>
                  <a:gd name="T119" fmla="*/ 58 h 376"/>
                  <a:gd name="T120" fmla="*/ 408 w 456"/>
                  <a:gd name="T121" fmla="*/ 60 h 376"/>
                  <a:gd name="T122" fmla="*/ 456 w 456"/>
                  <a:gd name="T123" fmla="*/ 4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6" h="376">
                    <a:moveTo>
                      <a:pt x="456" y="46"/>
                    </a:moveTo>
                    <a:lnTo>
                      <a:pt x="456" y="46"/>
                    </a:lnTo>
                    <a:lnTo>
                      <a:pt x="448" y="60"/>
                    </a:lnTo>
                    <a:lnTo>
                      <a:pt x="438" y="70"/>
                    </a:lnTo>
                    <a:lnTo>
                      <a:pt x="428" y="80"/>
                    </a:lnTo>
                    <a:lnTo>
                      <a:pt x="416" y="90"/>
                    </a:lnTo>
                    <a:lnTo>
                      <a:pt x="416" y="90"/>
                    </a:lnTo>
                    <a:lnTo>
                      <a:pt x="412" y="94"/>
                    </a:lnTo>
                    <a:lnTo>
                      <a:pt x="410" y="100"/>
                    </a:lnTo>
                    <a:lnTo>
                      <a:pt x="410" y="100"/>
                    </a:lnTo>
                    <a:lnTo>
                      <a:pt x="408" y="134"/>
                    </a:lnTo>
                    <a:lnTo>
                      <a:pt x="404" y="166"/>
                    </a:lnTo>
                    <a:lnTo>
                      <a:pt x="396" y="196"/>
                    </a:lnTo>
                    <a:lnTo>
                      <a:pt x="384" y="224"/>
                    </a:lnTo>
                    <a:lnTo>
                      <a:pt x="370" y="250"/>
                    </a:lnTo>
                    <a:lnTo>
                      <a:pt x="352" y="276"/>
                    </a:lnTo>
                    <a:lnTo>
                      <a:pt x="330" y="300"/>
                    </a:lnTo>
                    <a:lnTo>
                      <a:pt x="306" y="322"/>
                    </a:lnTo>
                    <a:lnTo>
                      <a:pt x="306" y="322"/>
                    </a:lnTo>
                    <a:lnTo>
                      <a:pt x="292" y="332"/>
                    </a:lnTo>
                    <a:lnTo>
                      <a:pt x="278" y="342"/>
                    </a:lnTo>
                    <a:lnTo>
                      <a:pt x="262" y="350"/>
                    </a:lnTo>
                    <a:lnTo>
                      <a:pt x="246" y="356"/>
                    </a:lnTo>
                    <a:lnTo>
                      <a:pt x="214" y="366"/>
                    </a:lnTo>
                    <a:lnTo>
                      <a:pt x="180" y="372"/>
                    </a:lnTo>
                    <a:lnTo>
                      <a:pt x="180" y="372"/>
                    </a:lnTo>
                    <a:lnTo>
                      <a:pt x="158" y="374"/>
                    </a:lnTo>
                    <a:lnTo>
                      <a:pt x="136" y="376"/>
                    </a:lnTo>
                    <a:lnTo>
                      <a:pt x="114" y="374"/>
                    </a:lnTo>
                    <a:lnTo>
                      <a:pt x="94" y="370"/>
                    </a:lnTo>
                    <a:lnTo>
                      <a:pt x="72" y="366"/>
                    </a:lnTo>
                    <a:lnTo>
                      <a:pt x="52" y="358"/>
                    </a:lnTo>
                    <a:lnTo>
                      <a:pt x="32" y="350"/>
                    </a:lnTo>
                    <a:lnTo>
                      <a:pt x="12" y="340"/>
                    </a:lnTo>
                    <a:lnTo>
                      <a:pt x="12" y="340"/>
                    </a:lnTo>
                    <a:lnTo>
                      <a:pt x="0" y="334"/>
                    </a:lnTo>
                    <a:lnTo>
                      <a:pt x="0" y="334"/>
                    </a:lnTo>
                    <a:lnTo>
                      <a:pt x="20" y="334"/>
                    </a:lnTo>
                    <a:lnTo>
                      <a:pt x="38" y="334"/>
                    </a:lnTo>
                    <a:lnTo>
                      <a:pt x="56" y="332"/>
                    </a:lnTo>
                    <a:lnTo>
                      <a:pt x="74" y="328"/>
                    </a:lnTo>
                    <a:lnTo>
                      <a:pt x="90" y="322"/>
                    </a:lnTo>
                    <a:lnTo>
                      <a:pt x="106" y="314"/>
                    </a:lnTo>
                    <a:lnTo>
                      <a:pt x="122" y="304"/>
                    </a:lnTo>
                    <a:lnTo>
                      <a:pt x="138" y="294"/>
                    </a:lnTo>
                    <a:lnTo>
                      <a:pt x="138" y="294"/>
                    </a:lnTo>
                    <a:lnTo>
                      <a:pt x="122" y="292"/>
                    </a:lnTo>
                    <a:lnTo>
                      <a:pt x="108" y="288"/>
                    </a:lnTo>
                    <a:lnTo>
                      <a:pt x="96" y="282"/>
                    </a:lnTo>
                    <a:lnTo>
                      <a:pt x="84" y="274"/>
                    </a:lnTo>
                    <a:lnTo>
                      <a:pt x="84" y="274"/>
                    </a:lnTo>
                    <a:lnTo>
                      <a:pt x="74" y="264"/>
                    </a:lnTo>
                    <a:lnTo>
                      <a:pt x="64" y="254"/>
                    </a:lnTo>
                    <a:lnTo>
                      <a:pt x="58" y="242"/>
                    </a:lnTo>
                    <a:lnTo>
                      <a:pt x="52" y="228"/>
                    </a:lnTo>
                    <a:lnTo>
                      <a:pt x="52" y="228"/>
                    </a:lnTo>
                    <a:lnTo>
                      <a:pt x="90" y="228"/>
                    </a:lnTo>
                    <a:lnTo>
                      <a:pt x="90" y="228"/>
                    </a:lnTo>
                    <a:lnTo>
                      <a:pt x="74" y="220"/>
                    </a:lnTo>
                    <a:lnTo>
                      <a:pt x="60" y="212"/>
                    </a:lnTo>
                    <a:lnTo>
                      <a:pt x="48" y="202"/>
                    </a:lnTo>
                    <a:lnTo>
                      <a:pt x="40" y="192"/>
                    </a:lnTo>
                    <a:lnTo>
                      <a:pt x="32" y="180"/>
                    </a:lnTo>
                    <a:lnTo>
                      <a:pt x="26" y="166"/>
                    </a:lnTo>
                    <a:lnTo>
                      <a:pt x="20" y="150"/>
                    </a:lnTo>
                    <a:lnTo>
                      <a:pt x="18" y="134"/>
                    </a:lnTo>
                    <a:lnTo>
                      <a:pt x="18" y="134"/>
                    </a:lnTo>
                    <a:lnTo>
                      <a:pt x="56" y="146"/>
                    </a:lnTo>
                    <a:lnTo>
                      <a:pt x="56" y="146"/>
                    </a:lnTo>
                    <a:lnTo>
                      <a:pt x="58" y="142"/>
                    </a:lnTo>
                    <a:lnTo>
                      <a:pt x="58" y="142"/>
                    </a:lnTo>
                    <a:lnTo>
                      <a:pt x="42" y="128"/>
                    </a:lnTo>
                    <a:lnTo>
                      <a:pt x="32" y="110"/>
                    </a:lnTo>
                    <a:lnTo>
                      <a:pt x="24" y="92"/>
                    </a:lnTo>
                    <a:lnTo>
                      <a:pt x="20" y="70"/>
                    </a:lnTo>
                    <a:lnTo>
                      <a:pt x="20" y="70"/>
                    </a:lnTo>
                    <a:lnTo>
                      <a:pt x="20" y="58"/>
                    </a:lnTo>
                    <a:lnTo>
                      <a:pt x="22" y="44"/>
                    </a:lnTo>
                    <a:lnTo>
                      <a:pt x="26" y="32"/>
                    </a:lnTo>
                    <a:lnTo>
                      <a:pt x="34" y="18"/>
                    </a:lnTo>
                    <a:lnTo>
                      <a:pt x="34" y="18"/>
                    </a:lnTo>
                    <a:lnTo>
                      <a:pt x="52" y="40"/>
                    </a:lnTo>
                    <a:lnTo>
                      <a:pt x="74" y="58"/>
                    </a:lnTo>
                    <a:lnTo>
                      <a:pt x="96" y="74"/>
                    </a:lnTo>
                    <a:lnTo>
                      <a:pt x="118" y="88"/>
                    </a:lnTo>
                    <a:lnTo>
                      <a:pt x="144" y="98"/>
                    </a:lnTo>
                    <a:lnTo>
                      <a:pt x="170" y="108"/>
                    </a:lnTo>
                    <a:lnTo>
                      <a:pt x="196" y="114"/>
                    </a:lnTo>
                    <a:lnTo>
                      <a:pt x="224" y="116"/>
                    </a:lnTo>
                    <a:lnTo>
                      <a:pt x="224" y="116"/>
                    </a:lnTo>
                    <a:lnTo>
                      <a:pt x="224" y="98"/>
                    </a:lnTo>
                    <a:lnTo>
                      <a:pt x="226" y="82"/>
                    </a:lnTo>
                    <a:lnTo>
                      <a:pt x="226" y="82"/>
                    </a:lnTo>
                    <a:lnTo>
                      <a:pt x="228" y="68"/>
                    </a:lnTo>
                    <a:lnTo>
                      <a:pt x="232" y="56"/>
                    </a:lnTo>
                    <a:lnTo>
                      <a:pt x="238" y="44"/>
                    </a:lnTo>
                    <a:lnTo>
                      <a:pt x="244" y="34"/>
                    </a:lnTo>
                    <a:lnTo>
                      <a:pt x="254" y="26"/>
                    </a:lnTo>
                    <a:lnTo>
                      <a:pt x="264" y="18"/>
                    </a:lnTo>
                    <a:lnTo>
                      <a:pt x="274" y="10"/>
                    </a:lnTo>
                    <a:lnTo>
                      <a:pt x="288" y="6"/>
                    </a:lnTo>
                    <a:lnTo>
                      <a:pt x="288" y="6"/>
                    </a:lnTo>
                    <a:lnTo>
                      <a:pt x="300" y="2"/>
                    </a:lnTo>
                    <a:lnTo>
                      <a:pt x="312" y="0"/>
                    </a:lnTo>
                    <a:lnTo>
                      <a:pt x="326" y="0"/>
                    </a:lnTo>
                    <a:lnTo>
                      <a:pt x="338" y="2"/>
                    </a:lnTo>
                    <a:lnTo>
                      <a:pt x="348" y="6"/>
                    </a:lnTo>
                    <a:lnTo>
                      <a:pt x="360" y="10"/>
                    </a:lnTo>
                    <a:lnTo>
                      <a:pt x="370" y="18"/>
                    </a:lnTo>
                    <a:lnTo>
                      <a:pt x="382" y="26"/>
                    </a:lnTo>
                    <a:lnTo>
                      <a:pt x="382" y="26"/>
                    </a:lnTo>
                    <a:lnTo>
                      <a:pt x="386" y="30"/>
                    </a:lnTo>
                    <a:lnTo>
                      <a:pt x="392" y="28"/>
                    </a:lnTo>
                    <a:lnTo>
                      <a:pt x="392" y="28"/>
                    </a:lnTo>
                    <a:lnTo>
                      <a:pt x="444" y="10"/>
                    </a:lnTo>
                    <a:lnTo>
                      <a:pt x="444" y="10"/>
                    </a:lnTo>
                    <a:lnTo>
                      <a:pt x="438" y="24"/>
                    </a:lnTo>
                    <a:lnTo>
                      <a:pt x="430" y="36"/>
                    </a:lnTo>
                    <a:lnTo>
                      <a:pt x="420" y="48"/>
                    </a:lnTo>
                    <a:lnTo>
                      <a:pt x="408" y="58"/>
                    </a:lnTo>
                    <a:lnTo>
                      <a:pt x="408" y="58"/>
                    </a:lnTo>
                    <a:lnTo>
                      <a:pt x="408" y="60"/>
                    </a:lnTo>
                    <a:lnTo>
                      <a:pt x="408" y="60"/>
                    </a:lnTo>
                    <a:lnTo>
                      <a:pt x="456" y="46"/>
                    </a:lnTo>
                    <a:lnTo>
                      <a:pt x="456" y="4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nvGrpSpPr>
            <p:cNvPr id="23" name="Group 22"/>
            <p:cNvGrpSpPr/>
            <p:nvPr/>
          </p:nvGrpSpPr>
          <p:grpSpPr>
            <a:xfrm>
              <a:off x="5127625" y="2970213"/>
              <a:ext cx="914400" cy="914400"/>
              <a:chOff x="5127625" y="2970213"/>
              <a:chExt cx="914400" cy="914400"/>
            </a:xfrm>
          </p:grpSpPr>
          <p:sp>
            <p:nvSpPr>
              <p:cNvPr id="30" name="Freeform 29"/>
              <p:cNvSpPr>
                <a:spLocks/>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31" name="Freeform 30"/>
              <p:cNvSpPr>
                <a:spLocks/>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nvGrpSpPr>
            <p:cNvPr id="24" name="Group 23"/>
            <p:cNvGrpSpPr/>
            <p:nvPr/>
          </p:nvGrpSpPr>
          <p:grpSpPr>
            <a:xfrm>
              <a:off x="3127375" y="2970213"/>
              <a:ext cx="914400" cy="914400"/>
              <a:chOff x="3127375" y="2970213"/>
              <a:chExt cx="914400" cy="914400"/>
            </a:xfrm>
          </p:grpSpPr>
          <p:sp>
            <p:nvSpPr>
              <p:cNvPr id="25" name="Freeform 24"/>
              <p:cNvSpPr>
                <a:spLocks/>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26" name="Freeform 25"/>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27" name="Freeform 26"/>
              <p:cNvSpPr>
                <a:spLocks/>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28" name="Freeform 27"/>
              <p:cNvSpPr>
                <a:spLocks/>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sp>
            <p:nvSpPr>
              <p:cNvPr id="29" name="Freeform 28"/>
              <p:cNvSpPr>
                <a:spLocks/>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1"/>
                <a:endParaRPr lang="en-GB" sz="1800" dirty="0"/>
              </a:p>
            </p:txBody>
          </p:sp>
        </p:grpSp>
      </p:grpSp>
      <p:sp>
        <p:nvSpPr>
          <p:cNvPr id="40" name="TextBox 39"/>
          <p:cNvSpPr txBox="1"/>
          <p:nvPr userDrawn="1"/>
        </p:nvSpPr>
        <p:spPr>
          <a:xfrm>
            <a:off x="2250831" y="6687743"/>
            <a:ext cx="7303477" cy="122633"/>
          </a:xfrm>
          <a:prstGeom prst="rect">
            <a:avLst/>
          </a:prstGeom>
          <a:noFill/>
        </p:spPr>
        <p:txBody>
          <a:bodyPr wrap="square" lIns="0" tIns="0" rIns="0" bIns="0" rtlCol="0">
            <a:noAutofit/>
          </a:bodyPr>
          <a:lstStyle/>
          <a:p>
            <a:pPr algn="ctr" defTabSz="410291"/>
            <a:r>
              <a:rPr lang="zh-CN" altLang="en-US" sz="600" b="1" dirty="0">
                <a:solidFill>
                  <a:srgbClr val="000000"/>
                </a:solidFill>
                <a:latin typeface="Microsoft YaHei" panose="020B0503020204020204" pitchFamily="34" charset="-122"/>
                <a:ea typeface="Microsoft YaHei" panose="020B0503020204020204" pitchFamily="34" charset="-122"/>
                <a:cs typeface="Arial"/>
              </a:rPr>
              <a:t>文档分类</a:t>
            </a:r>
            <a:r>
              <a:rPr lang="en-US" altLang="zh-CN" sz="600" b="1" dirty="0">
                <a:solidFill>
                  <a:srgbClr val="000000"/>
                </a:solidFill>
                <a:latin typeface="Microsoft YaHei" panose="020B0503020204020204" pitchFamily="34" charset="-122"/>
                <a:ea typeface="Microsoft YaHei" panose="020B0503020204020204" pitchFamily="34" charset="-122"/>
                <a:cs typeface="Arial"/>
              </a:rPr>
              <a:t>: </a:t>
            </a:r>
            <a:r>
              <a:rPr lang="zh-CN" altLang="en-US" sz="600" b="1" dirty="0">
                <a:solidFill>
                  <a:srgbClr val="000000"/>
                </a:solidFill>
                <a:latin typeface="Microsoft YaHei" panose="020B0503020204020204" pitchFamily="34" charset="-122"/>
                <a:ea typeface="Microsoft YaHei" panose="020B0503020204020204" pitchFamily="34" charset="-122"/>
                <a:cs typeface="Arial"/>
              </a:rPr>
              <a:t>保密</a:t>
            </a:r>
          </a:p>
        </p:txBody>
      </p:sp>
    </p:spTree>
    <p:extLst>
      <p:ext uri="{BB962C8B-B14F-4D97-AF65-F5344CB8AC3E}">
        <p14:creationId xmlns:p14="http://schemas.microsoft.com/office/powerpoint/2010/main" val="284499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tags" Target="../tags/tag2.xml"/><Relationship Id="rId7" Type="http://schemas.openxmlformats.org/officeDocument/2006/relationships/tags" Target="../tags/tag3.xml"/><Relationship Id="rId8" Type="http://schemas.openxmlformats.org/officeDocument/2006/relationships/oleObject" Target="../embeddings/oleObject1.bin"/><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10" Type="http://schemas.openxmlformats.org/officeDocument/2006/relationships/slideLayout" Target="../slideLayouts/slideLayout14.xml"/><Relationship Id="rId11" Type="http://schemas.openxmlformats.org/officeDocument/2006/relationships/slideLayout" Target="../slideLayouts/slideLayout15.xml"/><Relationship Id="rId12" Type="http://schemas.openxmlformats.org/officeDocument/2006/relationships/slideLayout" Target="../slideLayouts/slideLayout16.xml"/><Relationship Id="rId13" Type="http://schemas.openxmlformats.org/officeDocument/2006/relationships/slideLayout" Target="../slideLayouts/slideLayout17.xml"/><Relationship Id="rId14" Type="http://schemas.openxmlformats.org/officeDocument/2006/relationships/slideLayout" Target="../slideLayouts/slideLayout18.xml"/><Relationship Id="rId15" Type="http://schemas.openxmlformats.org/officeDocument/2006/relationships/slideLayout" Target="../slideLayouts/slideLayout19.xml"/><Relationship Id="rId16" Type="http://schemas.openxmlformats.org/officeDocument/2006/relationships/slideLayout" Target="../slideLayouts/slideLayout20.xml"/><Relationship Id="rId17" Type="http://schemas.openxmlformats.org/officeDocument/2006/relationships/slideLayout" Target="../slideLayouts/slideLayout21.xml"/><Relationship Id="rId18" Type="http://schemas.openxmlformats.org/officeDocument/2006/relationships/slideLayout" Target="../slideLayouts/slideLayout22.xml"/><Relationship Id="rId19" Type="http://schemas.openxmlformats.org/officeDocument/2006/relationships/slideLayout" Target="../slideLayouts/slideLayout23.xml"/><Relationship Id="rId2" Type="http://schemas.openxmlformats.org/officeDocument/2006/relationships/slideLayout" Target="../slideLayouts/slideLayout6.xml"/><Relationship Id="rId20" Type="http://schemas.openxmlformats.org/officeDocument/2006/relationships/slideLayout" Target="../slideLayouts/slideLayout24.xml"/><Relationship Id="rId21" Type="http://schemas.openxmlformats.org/officeDocument/2006/relationships/slideLayout" Target="../slideLayouts/slideLayout25.xml"/><Relationship Id="rId22" Type="http://schemas.openxmlformats.org/officeDocument/2006/relationships/slideLayout" Target="../slideLayouts/slideLayout26.xml"/><Relationship Id="rId23" Type="http://schemas.openxmlformats.org/officeDocument/2006/relationships/slideLayout" Target="../slideLayouts/slideLayout27.xml"/><Relationship Id="rId24" Type="http://schemas.openxmlformats.org/officeDocument/2006/relationships/slideLayout" Target="../slideLayouts/slideLayout28.xml"/><Relationship Id="rId25" Type="http://schemas.openxmlformats.org/officeDocument/2006/relationships/slideLayout" Target="../slideLayouts/slideLayout29.xml"/><Relationship Id="rId26" Type="http://schemas.openxmlformats.org/officeDocument/2006/relationships/slideLayout" Target="../slideLayouts/slideLayout30.xml"/><Relationship Id="rId27" Type="http://schemas.openxmlformats.org/officeDocument/2006/relationships/slideLayout" Target="../slideLayouts/slideLayout31.xml"/><Relationship Id="rId28" Type="http://schemas.openxmlformats.org/officeDocument/2006/relationships/slideLayout" Target="../slideLayouts/slideLayout32.xml"/><Relationship Id="rId29" Type="http://schemas.openxmlformats.org/officeDocument/2006/relationships/slideLayout" Target="../slideLayouts/slideLayout33.xml"/><Relationship Id="rId3" Type="http://schemas.openxmlformats.org/officeDocument/2006/relationships/slideLayout" Target="../slideLayouts/slideLayout7.xml"/><Relationship Id="rId30" Type="http://schemas.openxmlformats.org/officeDocument/2006/relationships/slideLayout" Target="../slideLayouts/slideLayout34.xml"/><Relationship Id="rId31" Type="http://schemas.openxmlformats.org/officeDocument/2006/relationships/slideLayout" Target="../slideLayouts/slideLayout35.xml"/><Relationship Id="rId32" Type="http://schemas.openxmlformats.org/officeDocument/2006/relationships/slideLayout" Target="../slideLayouts/slideLayout36.xml"/><Relationship Id="rId33" Type="http://schemas.openxmlformats.org/officeDocument/2006/relationships/slideLayout" Target="../slideLayouts/slideLayout37.xml"/><Relationship Id="rId34" Type="http://schemas.openxmlformats.org/officeDocument/2006/relationships/slideLayout" Target="../slideLayouts/slideLayout38.xml"/><Relationship Id="rId35" Type="http://schemas.openxmlformats.org/officeDocument/2006/relationships/slideLayout" Target="../slideLayouts/slideLayout39.xml"/><Relationship Id="rId36" Type="http://schemas.openxmlformats.org/officeDocument/2006/relationships/slideLayout" Target="../slideLayouts/slideLayout40.xml"/><Relationship Id="rId37" Type="http://schemas.openxmlformats.org/officeDocument/2006/relationships/slideLayout" Target="../slideLayouts/slideLayout41.xml"/><Relationship Id="rId38" Type="http://schemas.openxmlformats.org/officeDocument/2006/relationships/slideLayout" Target="../slideLayouts/slideLayout42.xml"/><Relationship Id="rId39" Type="http://schemas.openxmlformats.org/officeDocument/2006/relationships/slideLayout" Target="../slideLayouts/slideLayout43.xml"/><Relationship Id="rId4" Type="http://schemas.openxmlformats.org/officeDocument/2006/relationships/slideLayout" Target="../slideLayouts/slideLayout8.xml"/><Relationship Id="rId40" Type="http://schemas.openxmlformats.org/officeDocument/2006/relationships/slideLayout" Target="../slideLayouts/slideLayout44.xml"/><Relationship Id="rId41" Type="http://schemas.openxmlformats.org/officeDocument/2006/relationships/slideLayout" Target="../slideLayouts/slideLayout45.xml"/><Relationship Id="rId42" Type="http://schemas.openxmlformats.org/officeDocument/2006/relationships/slideLayout" Target="../slideLayouts/slideLayout46.xml"/><Relationship Id="rId43" Type="http://schemas.openxmlformats.org/officeDocument/2006/relationships/slideLayout" Target="../slideLayouts/slideLayout47.xml"/><Relationship Id="rId44" Type="http://schemas.openxmlformats.org/officeDocument/2006/relationships/slideLayout" Target="../slideLayouts/slideLayout48.xml"/><Relationship Id="rId45" Type="http://schemas.openxmlformats.org/officeDocument/2006/relationships/slideLayout" Target="../slideLayouts/slideLayout49.xml"/><Relationship Id="rId46" Type="http://schemas.openxmlformats.org/officeDocument/2006/relationships/slideLayout" Target="../slideLayouts/slideLayout50.xml"/><Relationship Id="rId47" Type="http://schemas.openxmlformats.org/officeDocument/2006/relationships/slideLayout" Target="../slideLayouts/slideLayout51.xml"/><Relationship Id="rId48" Type="http://schemas.openxmlformats.org/officeDocument/2006/relationships/slideLayout" Target="../slideLayouts/slideLayout52.xml"/><Relationship Id="rId49" Type="http://schemas.openxmlformats.org/officeDocument/2006/relationships/slideLayout" Target="../slideLayouts/slideLayout53.xml"/><Relationship Id="rId5" Type="http://schemas.openxmlformats.org/officeDocument/2006/relationships/slideLayout" Target="../slideLayouts/slideLayout9.xml"/><Relationship Id="rId50" Type="http://schemas.openxmlformats.org/officeDocument/2006/relationships/slideLayout" Target="../slideLayouts/slideLayout54.xml"/><Relationship Id="rId51" Type="http://schemas.openxmlformats.org/officeDocument/2006/relationships/slideLayout" Target="../slideLayouts/slideLayout55.xml"/><Relationship Id="rId52" Type="http://schemas.openxmlformats.org/officeDocument/2006/relationships/slideLayout" Target="../slideLayouts/slideLayout56.xml"/><Relationship Id="rId53" Type="http://schemas.openxmlformats.org/officeDocument/2006/relationships/theme" Target="../theme/theme2.xml"/><Relationship Id="rId54" Type="http://schemas.openxmlformats.org/officeDocument/2006/relationships/tags" Target="../tags/tag5.xml"/><Relationship Id="rId55" Type="http://schemas.openxmlformats.org/officeDocument/2006/relationships/tags" Target="../tags/tag6.xml"/><Relationship Id="rId56" Type="http://schemas.openxmlformats.org/officeDocument/2006/relationships/tags" Target="../tags/tag7.xml"/><Relationship Id="rId57" Type="http://schemas.openxmlformats.org/officeDocument/2006/relationships/oleObject" Target="../embeddings/oleObject2.bin"/><Relationship Id="rId58" Type="http://schemas.openxmlformats.org/officeDocument/2006/relationships/image" Target="../media/image9.emf"/><Relationship Id="rId59" Type="http://schemas.openxmlformats.org/officeDocument/2006/relationships/image" Target="../media/image10.png"/><Relationship Id="rId6" Type="http://schemas.openxmlformats.org/officeDocument/2006/relationships/slideLayout" Target="../slideLayouts/slideLayout10.xml"/><Relationship Id="rId60" Type="http://schemas.openxmlformats.org/officeDocument/2006/relationships/image" Target="../media/image11.svg"/><Relationship Id="rId7" Type="http://schemas.openxmlformats.org/officeDocument/2006/relationships/slideLayout" Target="../slideLayouts/slideLayout11.xml"/><Relationship Id="rId8" Type="http://schemas.openxmlformats.org/officeDocument/2006/relationships/slideLayout" Target="../slideLayouts/slideLayout12.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9" name="think-cell data - do not delete" hidden="1">
            <a:extLst>
              <a:ext uri="{FF2B5EF4-FFF2-40B4-BE49-F238E27FC236}">
                <a16:creationId xmlns:a16="http://schemas.microsoft.com/office/drawing/2014/main" id="{10F8D791-6D57-B995-BB33-71F0C84D05FE}"/>
              </a:ext>
            </a:extLst>
          </p:cNvPr>
          <p:cNvGraphicFramePr>
            <a:graphicFrameLocks/>
          </p:cNvGraphicFramePr>
          <p:nvPr userDrawn="1">
            <p:custDataLst>
              <p:tags r:id="rId6"/>
            </p:custDataLst>
            <p:extLst>
              <p:ext uri="{D42A27DB-BD31-4B8C-83A1-F6EECF244321}">
                <p14:modId xmlns:p14="http://schemas.microsoft.com/office/powerpoint/2010/main" val="117355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592" imgH="591" progId="TCLayout.ActiveDocument.1">
                  <p:embed/>
                </p:oleObj>
              </mc:Choice>
              <mc:Fallback>
                <p:oleObj name="think-cell Slide" r:id="rId8" imgW="592" imgH="591" progId="TCLayout.ActiveDocument.1">
                  <p:embed/>
                  <p:pic>
                    <p:nvPicPr>
                      <p:cNvPr id="0" name="think-cell data - do not delete" hidden="1"/>
                      <p:cNvPicPr>
                        <a:picLocks noChangeAspect="1"/>
                      </p:cNvPicPr>
                      <p:nvPr/>
                    </p:nvPicPr>
                    <p:blipFill>
                      <a:blip r:embed="rId9"/>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995362" y="431800"/>
            <a:ext cx="10204452" cy="539750"/>
          </a:xfrm>
          <a:prstGeom prst="rect">
            <a:avLst/>
          </a:prstGeom>
        </p:spPr>
        <p:txBody>
          <a:bodyPr vert="horz" lIns="0" tIns="0" rIns="0" bIns="0" anchor="t" anchorCtr="0"/>
          <a:lstStyle/>
          <a:p>
            <a:r>
              <a:rPr lang="nl-NL" altLang="nl-NL"/>
              <a:t>Click to edit Master title style</a:t>
            </a:r>
          </a:p>
        </p:txBody>
      </p:sp>
      <p:sp>
        <p:nvSpPr>
          <p:cNvPr id="3" name="Text Placeholder 2"/>
          <p:cNvSpPr>
            <a:spLocks noGrp="1"/>
          </p:cNvSpPr>
          <p:nvPr>
            <p:ph type="body" idx="1"/>
          </p:nvPr>
        </p:nvSpPr>
        <p:spPr>
          <a:xfrm>
            <a:off x="995362" y="1330325"/>
            <a:ext cx="10204451" cy="4546600"/>
          </a:xfrm>
          <a:prstGeom prst="rect">
            <a:avLst/>
          </a:prstGeom>
        </p:spPr>
        <p:txBody>
          <a:bodyPr vert="horz" lIns="36000" tIns="36000" rIns="36000" bIns="36000" anchor="t" anchorCtr="0"/>
          <a:lstStyle/>
          <a:p>
            <a:pPr lvl="0"/>
            <a:r>
              <a:rPr lang="nl-NL" altLang="nl-NL"/>
              <a:t>Click to edit Master text styles</a:t>
            </a:r>
          </a:p>
          <a:p>
            <a:pPr lvl="1"/>
            <a:r>
              <a:rPr lang="nl-NL" altLang="nl-NL"/>
              <a:t>Second level</a:t>
            </a:r>
          </a:p>
          <a:p>
            <a:pPr lvl="2"/>
            <a:r>
              <a:rPr lang="nl-NL" altLang="nl-NL"/>
              <a:t>Third level</a:t>
            </a:r>
          </a:p>
          <a:p>
            <a:pPr lvl="3"/>
            <a:r>
              <a:rPr lang="nl-NL" altLang="nl-NL"/>
              <a:t>Fourth level</a:t>
            </a:r>
          </a:p>
          <a:p>
            <a:pPr lvl="4"/>
            <a:r>
              <a:rPr lang="nl-NL" altLang="nl-NL"/>
              <a:t>Fifth level</a:t>
            </a:r>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lvl1pPr marL="0" lvl="0" algn="l" defTabSz="457200">
              <a:defRPr sz="1000" kern="1200">
                <a:solidFill>
                  <a:srgbClr val="0061A8"/>
                </a:solidFill>
                <a:latin typeface="Arial"/>
                <a:ea typeface="Arial"/>
              </a:defRPr>
            </a:lvl1pPr>
            <a:lvl2pPr marL="457200" lvl="1" algn="l" defTabSz="457200">
              <a:defRPr sz="1800" kern="1200">
                <a:solidFill>
                  <a:schemeClr val="tx1"/>
                </a:solidFill>
                <a:latin typeface="Arial"/>
                <a:ea typeface="微软雅黑"/>
              </a:defRPr>
            </a:lvl2pPr>
            <a:lvl3pPr marL="914400" lvl="2" algn="l" defTabSz="457200">
              <a:defRPr sz="1800" kern="1200">
                <a:solidFill>
                  <a:schemeClr val="tx1"/>
                </a:solidFill>
                <a:latin typeface="Arial"/>
                <a:ea typeface="微软雅黑"/>
              </a:defRPr>
            </a:lvl3pPr>
            <a:lvl4pPr marL="1371600" lvl="3" algn="l" defTabSz="457200">
              <a:defRPr sz="1800" kern="1200">
                <a:solidFill>
                  <a:schemeClr val="tx1"/>
                </a:solidFill>
                <a:latin typeface="Arial"/>
                <a:ea typeface="微软雅黑"/>
              </a:defRPr>
            </a:lvl4pPr>
            <a:lvl5pPr marL="1828800" lvl="4" algn="l" defTabSz="457200">
              <a:defRPr sz="1800" kern="1200">
                <a:solidFill>
                  <a:schemeClr val="tx1"/>
                </a:solidFill>
                <a:latin typeface="Arial"/>
                <a:ea typeface="微软雅黑"/>
              </a:defRPr>
            </a:lvl5pPr>
            <a:lvl6pPr marL="2286000" lvl="5" algn="l" defTabSz="457200">
              <a:defRPr sz="1800" kern="1200">
                <a:solidFill>
                  <a:schemeClr val="tx1"/>
                </a:solidFill>
                <a:latin typeface="Arial"/>
                <a:ea typeface="微软雅黑"/>
              </a:defRPr>
            </a:lvl6pPr>
            <a:lvl7pPr marL="2743200" lvl="6" algn="l" defTabSz="457200">
              <a:defRPr sz="1800" kern="1200">
                <a:solidFill>
                  <a:schemeClr val="tx1"/>
                </a:solidFill>
                <a:latin typeface="Arial"/>
                <a:ea typeface="微软雅黑"/>
              </a:defRPr>
            </a:lvl7pPr>
            <a:lvl8pPr marL="3200400" lvl="7" algn="l" defTabSz="457200">
              <a:defRPr sz="1800" kern="1200">
                <a:solidFill>
                  <a:schemeClr val="tx1"/>
                </a:solidFill>
                <a:latin typeface="Arial"/>
                <a:ea typeface="微软雅黑"/>
              </a:defRPr>
            </a:lvl8pPr>
            <a:lvl9pPr marL="3657600" lvl="8" algn="l" defTabSz="457200">
              <a:defRPr sz="1800" kern="1200">
                <a:solidFill>
                  <a:schemeClr val="tx1"/>
                </a:solidFill>
                <a:latin typeface="Arial"/>
                <a:ea typeface="微软雅黑"/>
              </a:defRPr>
            </a:lvl9pPr>
          </a:lstStyle>
          <a:p>
            <a:pPr algn="r"/>
            <a:fld id="{6F67852C-2708-4E9B-90F2-E45E96EC4E1B}" type="slidenum">
              <a:rPr lang="nl-NL" altLang="nl-NL" sz="1000">
                <a:solidFill>
                  <a:schemeClr val="accent2"/>
                </a:solidFill>
                <a:latin typeface="Arial"/>
                <a:ea typeface="Arial"/>
              </a:rPr>
              <a:t>‹#›</a:t>
            </a:fld>
            <a:endParaRPr lang="nl-NL" altLang="nl-NL" sz="1000">
              <a:solidFill>
                <a:schemeClr val="accent2"/>
              </a:solidFill>
              <a:latin typeface="Arial"/>
              <a:ea typeface="Arial"/>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7"/>
            </p:custDataLst>
          </p:nvPr>
        </p:nvSpPr>
        <p:spPr>
          <a:xfrm>
            <a:off x="8967794" y="6295536"/>
            <a:ext cx="1866200" cy="92333"/>
          </a:xfrm>
          <a:prstGeom prst="rect">
            <a:avLst/>
          </a:prstGeom>
          <a:noFill/>
        </p:spPr>
        <p:txBody>
          <a:bodyPr wrap="square" lIns="0" tIns="0" rIns="0" bIns="0">
            <a:spAutoFit/>
          </a:bodyPr>
          <a:lstStyle/>
          <a:p>
            <a:pPr marL="0" lvl="0" indent="0" algn="r" defTabSz="914400">
              <a:lnSpc>
                <a:spcPct val="100000"/>
              </a:lnSpc>
              <a:spcBef>
                <a:spcPts val="0"/>
              </a:spcBef>
              <a:spcAft>
                <a:spcPts val="0"/>
              </a:spcAft>
              <a:buClrTx/>
              <a:buSzTx/>
              <a:buFontTx/>
              <a:buNone/>
              <a:defRPr/>
            </a:pPr>
            <a:r>
              <a:rPr lang="nl-NL" altLang="nl-NL" sz="600" b="0" kern="1200">
                <a:solidFill>
                  <a:schemeClr val="bg1">
                    <a:lumMod val="65000"/>
                  </a:schemeClr>
                </a:solidFill>
                <a:latin typeface="Arial"/>
                <a:ea typeface="微软雅黑"/>
              </a:rPr>
              <a:t>Document Classification: KPMG Confidential</a:t>
            </a:r>
          </a:p>
        </p:txBody>
      </p:sp>
      <p:sp>
        <p:nvSpPr>
          <p:cNvPr id="11" name="TextBox 10">
            <a:extLst>
              <a:ext uri="{FF2B5EF4-FFF2-40B4-BE49-F238E27FC236}">
                <a16:creationId xmlns:a16="http://schemas.microsoft.com/office/drawing/2014/main" id="{E1FEA81F-D8C4-4135-9CD3-5B18BA4CA342}"/>
              </a:ext>
              <a:ext uri="{C183D7F6-B498-43B3-948B-1728B52AA6E4}">
                <adec:decorative xmlns:adec="http://schemas.microsoft.com/office/drawing/2017/decorative" val="1"/>
              </a:ext>
            </a:extLst>
          </p:cNvPr>
          <p:cNvSpPr txBox="1"/>
          <p:nvPr userDrawn="1"/>
        </p:nvSpPr>
        <p:spPr>
          <a:xfrm>
            <a:off x="1885684" y="6266997"/>
            <a:ext cx="5378133" cy="184666"/>
          </a:xfrm>
          <a:prstGeom prst="rect">
            <a:avLst/>
          </a:prstGeom>
          <a:noFill/>
        </p:spPr>
        <p:txBody>
          <a:bodyPr wrap="square" lIns="0" tIns="0" rIns="0" bIns="0">
            <a:spAutoFit/>
          </a:bodyPr>
          <a:lstStyle/>
          <a:p>
            <a:pPr marL="0" lvl="0" indent="0" algn="l" defTabSz="914354">
              <a:lnSpc>
                <a:spcPct val="100000"/>
              </a:lnSpc>
              <a:spcBef>
                <a:spcPts val="0"/>
              </a:spcBef>
              <a:spcAft>
                <a:spcPts val="0"/>
              </a:spcAft>
              <a:buClrTx/>
              <a:buSzTx/>
              <a:buFontTx/>
              <a:buNone/>
              <a:defRPr/>
            </a:pPr>
            <a:r>
              <a:rPr lang="en-US" altLang="en-US" sz="600">
                <a:solidFill>
                  <a:schemeClr val="bg1">
                    <a:lumMod val="65000"/>
                  </a:schemeClr>
                </a:solidFill>
                <a:effectLst/>
                <a:latin typeface="Arial"/>
                <a:ea typeface="DengXian"/>
              </a:rPr>
              <a:t>© 2025 KPMG Advisory (China) Limited, a limited liability company in Mainland China and a member firm of the KPMG global organisation of independent member firms affiliated with KPMG International Limited, a private English company limited by guarantee. All rights reserved. Printed in Mainland China.</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prstDash val="solid"/>
            <a:miter/>
          </a:ln>
        </p:spPr>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a:noFill/>
          </a:ln>
        </p:spPr>
        <p:txBody>
          <a:bodyPr anchor="ctr"/>
          <a:lstStyle/>
          <a:p>
            <a:endParaRPr lang="en-GB" altLang="en-GB"/>
          </a:p>
        </p:txBody>
      </p:sp>
    </p:spTree>
    <p:extLst>
      <p:ext uri="{BB962C8B-B14F-4D97-AF65-F5344CB8AC3E}">
        <p14:creationId xmlns:p14="http://schemas.microsoft.com/office/powerpoint/2010/main" val="1693652197"/>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723" r:id="rId3"/>
    <p:sldLayoutId id="214748372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702">
          <p15:clr>
            <a:srgbClr val="F26B43"/>
          </p15:clr>
        </p15:guide>
        <p15:guide id="1" pos="627">
          <p15:clr>
            <a:srgbClr val="F26B43"/>
          </p15:clr>
        </p15:guide>
        <p15:guide id="2" pos="7055">
          <p15:clr>
            <a:srgbClr val="F26B43"/>
          </p15:clr>
        </p15:guide>
        <p15:guide id="3" orient="horz" pos="838">
          <p15:clr>
            <a:srgbClr val="F26B43"/>
          </p15:clr>
        </p15:guide>
        <p15:guide id="4" orient="horz" pos="612">
          <p15:clr>
            <a:srgbClr val="F26B43"/>
          </p15:clr>
        </p15:guide>
        <p15:guide id="5" orient="horz" pos="27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54FB5D2-741C-43C4-3643-1737E9AD0125}"/>
              </a:ext>
            </a:extLst>
          </p:cNvPr>
          <p:cNvGraphicFramePr>
            <a:graphicFrameLocks/>
          </p:cNvGraphicFramePr>
          <p:nvPr userDrawn="1">
            <p:custDataLst>
              <p:tags r:id="rId54"/>
            </p:custDataLst>
            <p:extLst>
              <p:ext uri="{D42A27DB-BD31-4B8C-83A1-F6EECF244321}">
                <p14:modId xmlns:p14="http://schemas.microsoft.com/office/powerpoint/2010/main" val="29327716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7" imgW="7772400" imgH="10058400" progId="TCLayout.ActiveDocument.1">
                  <p:embed/>
                </p:oleObj>
              </mc:Choice>
              <mc:Fallback>
                <p:oleObj name="think-cell Slide" r:id="rId57" imgW="7772400" imgH="10058400" progId="TCLayout.ActiveDocument.1">
                  <p:embed/>
                  <p:pic>
                    <p:nvPicPr>
                      <p:cNvPr id="5" name="think-cell data - do not delete" hidden="1">
                        <a:extLst>
                          <a:ext uri="{FF2B5EF4-FFF2-40B4-BE49-F238E27FC236}">
                            <a16:creationId xmlns:a16="http://schemas.microsoft.com/office/drawing/2014/main" id="{F54FB5D2-741C-43C4-3643-1737E9AD0125}"/>
                          </a:ext>
                        </a:extLst>
                      </p:cNvPr>
                      <p:cNvPicPr/>
                      <p:nvPr/>
                    </p:nvPicPr>
                    <p:blipFill>
                      <a:blip r:embed="rId58"/>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1003200" y="432000"/>
            <a:ext cx="10185600" cy="518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0" y="1209600"/>
            <a:ext cx="10185600" cy="45828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hape 8">
            <a:extLst>
              <a:ext uri="{FF2B5EF4-FFF2-40B4-BE49-F238E27FC236}">
                <a16:creationId xmlns:a16="http://schemas.microsoft.com/office/drawing/2014/main" id="{49038050-C854-46F6-8E6F-B003422A02A9}"/>
              </a:ext>
            </a:extLst>
          </p:cNvPr>
          <p:cNvSpPr txBox="1">
            <a:spLocks/>
          </p:cNvSpPr>
          <p:nvPr userDrawn="1"/>
        </p:nvSpPr>
        <p:spPr>
          <a:xfrm>
            <a:off x="10865485" y="6331812"/>
            <a:ext cx="32331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dirty="0">
              <a:solidFill>
                <a:schemeClr val="accent2"/>
              </a:solidFill>
              <a:latin typeface="+mn-lt"/>
              <a:ea typeface="Arial"/>
              <a:cs typeface="Arial" panose="020B0604020202020204" pitchFamily="34" charset="0"/>
            </a:endParaRPr>
          </a:p>
        </p:txBody>
      </p:sp>
      <p:sp>
        <p:nvSpPr>
          <p:cNvPr id="15" name="TextBox 14">
            <a:extLst>
              <a:ext uri="{FF2B5EF4-FFF2-40B4-BE49-F238E27FC236}">
                <a16:creationId xmlns:a16="http://schemas.microsoft.com/office/drawing/2014/main" id="{9EFBD1ED-2FAF-4BC3-8EFB-97C0C3A79263}"/>
              </a:ext>
              <a:ext uri="{C183D7F6-B498-43B3-948B-1728B52AA6E4}">
                <adec:decorative xmlns:adec="http://schemas.microsoft.com/office/drawing/2017/decorative" val="1"/>
              </a:ext>
            </a:extLst>
          </p:cNvPr>
          <p:cNvSpPr txBox="1"/>
          <p:nvPr userDrawn="1">
            <p:custDataLst>
              <p:tags r:id="rId55"/>
            </p:custDataLst>
          </p:nvPr>
        </p:nvSpPr>
        <p:spPr>
          <a:xfrm>
            <a:off x="8941346" y="6360353"/>
            <a:ext cx="1773989" cy="92333"/>
          </a:xfrm>
          <a:prstGeom prst="rect">
            <a:avLst/>
          </a:prstGeom>
          <a:noFill/>
        </p:spPr>
        <p:txBody>
          <a:bodyPr wrap="none" lIns="0" tIns="0" rIns="0" bIns="0"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Public</a:t>
            </a:r>
            <a:endParaRPr lang="en-GB" sz="600" b="0" kern="1200" noProof="0" dirty="0">
              <a:solidFill>
                <a:schemeClr val="bg1">
                  <a:lumMod val="65000"/>
                </a:schemeClr>
              </a:solidFill>
              <a:latin typeface="+mn-lt"/>
              <a:ea typeface="+mn-ea"/>
              <a:cs typeface="+mn-cs"/>
            </a:endParaRPr>
          </a:p>
        </p:txBody>
      </p:sp>
      <p:cxnSp>
        <p:nvCxnSpPr>
          <p:cNvPr id="17" name="Straight Connector 16">
            <a:extLst>
              <a:ext uri="{FF2B5EF4-FFF2-40B4-BE49-F238E27FC236}">
                <a16:creationId xmlns:a16="http://schemas.microsoft.com/office/drawing/2014/main" id="{C3F1EDA1-4D51-4550-AE58-8E208765C41D}"/>
              </a:ext>
            </a:extLst>
          </p:cNvPr>
          <p:cNvCxnSpPr/>
          <p:nvPr userDrawn="1"/>
        </p:nvCxnSpPr>
        <p:spPr>
          <a:xfrm>
            <a:off x="10841407" y="6331812"/>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E5C4BD39-7187-4137-978A-5EC828C05927}"/>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996318" y="6320118"/>
            <a:ext cx="571956" cy="172800"/>
          </a:xfrm>
          <a:prstGeom prst="rect">
            <a:avLst/>
          </a:prstGeom>
        </p:spPr>
      </p:pic>
      <p:sp>
        <p:nvSpPr>
          <p:cNvPr id="16" name="TextBox 15">
            <a:extLst>
              <a:ext uri="{FF2B5EF4-FFF2-40B4-BE49-F238E27FC236}">
                <a16:creationId xmlns:a16="http://schemas.microsoft.com/office/drawing/2014/main" id="{4ABE6972-29AD-4EC9-9442-E9E76AE70905}"/>
              </a:ext>
              <a:ext uri="{C183D7F6-B498-43B3-948B-1728B52AA6E4}">
                <adec:decorative xmlns:adec="http://schemas.microsoft.com/office/drawing/2017/decorative" val="1"/>
              </a:ext>
            </a:extLst>
          </p:cNvPr>
          <p:cNvSpPr txBox="1"/>
          <p:nvPr userDrawn="1">
            <p:custDataLst>
              <p:tags r:id="rId56"/>
            </p:custDataLst>
          </p:nvPr>
        </p:nvSpPr>
        <p:spPr>
          <a:xfrm>
            <a:off x="2048582" y="6314185"/>
            <a:ext cx="6087885"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600" kern="1200" noProof="0" dirty="0">
                <a:solidFill>
                  <a:schemeClr val="bg1">
                    <a:lumMod val="65000"/>
                  </a:schemeClr>
                </a:solidFill>
                <a:latin typeface="+mn-lt"/>
                <a:ea typeface="+mn-ea"/>
                <a:cs typeface="+mn-cs"/>
              </a:rPr>
              <a:t>© 202</a:t>
            </a:r>
            <a:r>
              <a:rPr lang="en-US" altLang="zh-CN" sz="600" kern="1200" noProof="0" dirty="0">
                <a:solidFill>
                  <a:schemeClr val="bg1">
                    <a:lumMod val="65000"/>
                  </a:schemeClr>
                </a:solidFill>
                <a:latin typeface="+mn-lt"/>
                <a:ea typeface="+mn-ea"/>
                <a:cs typeface="+mn-cs"/>
              </a:rPr>
              <a:t>5</a:t>
            </a:r>
            <a:r>
              <a:rPr lang="en-GB" sz="600" kern="1200" noProof="0" dirty="0">
                <a:solidFill>
                  <a:schemeClr val="bg1">
                    <a:lumMod val="65000"/>
                  </a:schemeClr>
                </a:solidFill>
                <a:latin typeface="+mn-lt"/>
                <a:ea typeface="+mn-ea"/>
                <a:cs typeface="+mn-cs"/>
              </a:rPr>
              <a:t> </a:t>
            </a:r>
            <a:r>
              <a:rPr lang="en-US" sz="600" kern="1200" noProof="0" dirty="0">
                <a:solidFill>
                  <a:schemeClr val="bg1">
                    <a:lumMod val="65000"/>
                  </a:schemeClr>
                </a:solidFill>
                <a:latin typeface="+mn-lt"/>
                <a:ea typeface="+mn-ea"/>
                <a:cs typeface="+mn-cs"/>
              </a:rPr>
              <a:t>KPMG Advisory (China) Limited, a limited liability company in China </a:t>
            </a:r>
            <a:r>
              <a:rPr lang="en-GB" sz="600" kern="1200" noProof="0" dirty="0">
                <a:solidFill>
                  <a:schemeClr val="bg1">
                    <a:lumMod val="65000"/>
                  </a:schemeClr>
                </a:solidFill>
                <a:latin typeface="+mn-lt"/>
                <a:ea typeface="+mn-ea"/>
                <a:cs typeface="+mn-cs"/>
              </a:rPr>
              <a:t>and a member firm of the KPMG network of independent member firms affiliated with KPMG International Cooperative (“KPMG International”), a Swiss entity. All rights reserved.. </a:t>
            </a:r>
          </a:p>
        </p:txBody>
      </p:sp>
    </p:spTree>
    <p:extLst>
      <p:ext uri="{BB962C8B-B14F-4D97-AF65-F5344CB8AC3E}">
        <p14:creationId xmlns:p14="http://schemas.microsoft.com/office/powerpoint/2010/main" val="2992562438"/>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4" r:id="rId46"/>
    <p:sldLayoutId id="2147483715" r:id="rId47"/>
    <p:sldLayoutId id="2147483716" r:id="rId48"/>
    <p:sldLayoutId id="2147483717" r:id="rId49"/>
    <p:sldLayoutId id="2147483718" r:id="rId50"/>
    <p:sldLayoutId id="2147483719" r:id="rId51"/>
    <p:sldLayoutId id="2147483720" r:id="rId52"/>
  </p:sldLayoutIdLst>
  <p:txStyles>
    <p:titleStyle>
      <a:lvl1pPr algn="l" defTabSz="914400" rtl="0" eaLnBrk="1" latinLnBrk="0" hangingPunct="1">
        <a:lnSpc>
          <a:spcPct val="70000"/>
        </a:lnSpc>
        <a:spcBef>
          <a:spcPct val="0"/>
        </a:spcBef>
        <a:buNone/>
        <a:defRPr sz="40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180000" indent="-180000"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tx2"/>
          </a:solidFill>
          <a:latin typeface="+mn-lt"/>
          <a:ea typeface="+mn-ea"/>
          <a:cs typeface="+mn-cs"/>
        </a:defRPr>
      </a:lvl3pPr>
      <a:lvl4pPr marL="360000" indent="-180000"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tx2"/>
          </a:solidFill>
          <a:latin typeface="+mn-lt"/>
          <a:ea typeface="+mn-ea"/>
          <a:cs typeface="+mn-cs"/>
        </a:defRPr>
      </a:lvl4pPr>
      <a:lvl5pPr marL="540000" indent="-180000"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tx2"/>
          </a:solidFill>
          <a:latin typeface="+mn-lt"/>
          <a:ea typeface="+mn-ea"/>
          <a:cs typeface="+mn-cs"/>
        </a:defRPr>
      </a:lvl5pPr>
      <a:lvl6pPr marL="864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152000" indent="-288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296000" indent="-1440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p15:clr>
            <a:srgbClr val="F26B43"/>
          </p15:clr>
        </p15:guide>
        <p15:guide id="2" pos="627">
          <p15:clr>
            <a:srgbClr val="F26B43"/>
          </p15:clr>
        </p15:guide>
        <p15:guide id="3" pos="7055">
          <p15:clr>
            <a:srgbClr val="F26B43"/>
          </p15:clr>
        </p15:guide>
        <p15:guide id="4" orient="horz" pos="763">
          <p15:clr>
            <a:srgbClr val="F26B43"/>
          </p15:clr>
        </p15:guide>
        <p15:guide id="5" orient="horz" pos="608">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kpmg.com/managedservices" TargetMode="External"/></Relationships>
</file>

<file path=ppt/slides/_rels/slide2.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3.xml"/><Relationship Id="rId3" Type="http://schemas.openxmlformats.org/officeDocument/2006/relationships/oleObject" Target="../embeddings/oleObject3.bin"/><Relationship Id="rId4" Type="http://schemas.openxmlformats.org/officeDocument/2006/relationships/image" Target="../media/image18.emf"/></Relationships>
</file>

<file path=ppt/slides/_rels/slide3.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35.xml"/><Relationship Id="rId3" Type="http://schemas.openxmlformats.org/officeDocument/2006/relationships/oleObject" Target="../embeddings/oleObject4.bin"/><Relationship Id="rId4" Type="http://schemas.openxmlformats.org/officeDocument/2006/relationships/image" Target="../media/image19.emf"/></Relationships>
</file>

<file path=ppt/slides/_rels/slide4.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2.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3">
            <a:extLst>
              <a:ext uri="{FF2B5EF4-FFF2-40B4-BE49-F238E27FC236}">
                <a16:creationId xmlns:a16="http://schemas.microsoft.com/office/drawing/2014/main" id="{7E0DB666-ECE0-EB5F-D45A-F0B8E874CD4B}"/>
              </a:ext>
            </a:extLst>
          </p:cNvPr>
          <p:cNvSpPr txBox="1">
            <a:spLocks/>
          </p:cNvSpPr>
          <p:nvPr/>
        </p:nvSpPr>
        <p:spPr>
          <a:xfrm>
            <a:off x="995362" y="2189426"/>
            <a:ext cx="5872364" cy="2413897"/>
          </a:xfrm>
          <a:prstGeom prst="rect">
            <a:avLst/>
          </a:prstGeom>
          <a:noFill/>
          <a:ln>
            <a:noFill/>
          </a:ln>
        </p:spPr>
        <p:txBody>
          <a:bodyPr vert="horz" lIns="0" tIns="0" rIns="0" bIns="0" anchor="t" anchorCtr="0"/>
          <a:lstStyle>
            <a:lvl1pPr lvl="0" algn="l" defTabSz="914400">
              <a:lnSpc>
                <a:spcPct val="70000"/>
              </a:lnSpc>
              <a:spcBef>
                <a:spcPct val="0"/>
              </a:spcBef>
              <a:buNone/>
              <a:defRPr sz="6600" kern="1200" baseline="0">
                <a:solidFill>
                  <a:schemeClr val="bg1"/>
                </a:solidFill>
                <a:latin typeface="KPMG Bold"/>
                <a:ea typeface="微软雅黑"/>
              </a:defRPr>
            </a:lvl1pPr>
          </a:lstStyle>
          <a:p>
            <a:pPr>
              <a:lnSpc>
                <a:spcPct val="100000"/>
              </a:lnSpc>
            </a:pPr>
            <a:r>
              <a:rPr lang="en-US" altLang="zh-CN" sz="4000" b="1" dirty="0">
                <a:latin typeface="Microsoft YaHei"/>
                <a:ea typeface="Microsoft YaHei"/>
              </a:rPr>
              <a:t>&lt;</a:t>
            </a:r>
            <a:r>
              <a:rPr lang="zh-CN" altLang="en-US" sz="4000" b="1" dirty="0">
                <a:latin typeface="Microsoft YaHei"/>
                <a:ea typeface="Microsoft YaHei"/>
              </a:rPr>
              <a:t>客户名称</a:t>
            </a:r>
            <a:r>
              <a:rPr lang="en-US" altLang="zh-CN" sz="4000" b="1" dirty="0">
                <a:latin typeface="Microsoft YaHei"/>
                <a:ea typeface="Microsoft YaHei"/>
              </a:rPr>
              <a:t>&gt;</a:t>
            </a:r>
          </a:p>
          <a:p>
            <a:pPr>
              <a:lnSpc>
                <a:spcPct val="100000"/>
              </a:lnSpc>
            </a:pPr>
            <a:r>
              <a:rPr lang="en-US" altLang="zh-CN" sz="4000" b="1" dirty="0">
                <a:latin typeface="Microsoft YaHei"/>
                <a:ea typeface="Microsoft YaHei"/>
              </a:rPr>
              <a:t>&lt;</a:t>
            </a:r>
            <a:r>
              <a:rPr lang="zh-CN" altLang="en-US" sz="4000" b="1" dirty="0">
                <a:latin typeface="Microsoft YaHei"/>
                <a:ea typeface="Microsoft YaHei"/>
              </a:rPr>
              <a:t>方案建议名称</a:t>
            </a:r>
            <a:r>
              <a:rPr lang="en-US" altLang="zh-CN" sz="4000" b="1" dirty="0">
                <a:latin typeface="Microsoft YaHei"/>
                <a:ea typeface="Microsoft YaHei"/>
              </a:rPr>
              <a:t>&gt;</a:t>
            </a:r>
          </a:p>
          <a:p>
            <a:pPr>
              <a:lnSpc>
                <a:spcPct val="100000"/>
              </a:lnSpc>
            </a:pPr>
            <a:r>
              <a:rPr lang="zh-CN" altLang="en-US" sz="4000" b="1" dirty="0">
                <a:latin typeface="Microsoft YaHei"/>
                <a:ea typeface="Microsoft YaHei"/>
              </a:rPr>
              <a:t>方案建议书</a:t>
            </a:r>
            <a:endParaRPr lang="zh-CN" sz="4000" b="1" dirty="0">
              <a:latin typeface="Microsoft YaHei"/>
              <a:ea typeface="Microsoft YaHei"/>
            </a:endParaRPr>
          </a:p>
        </p:txBody>
      </p:sp>
      <p:sp>
        <p:nvSpPr>
          <p:cNvPr id="21" name="Subtitle 4">
            <a:extLst>
              <a:ext uri="{FF2B5EF4-FFF2-40B4-BE49-F238E27FC236}">
                <a16:creationId xmlns:a16="http://schemas.microsoft.com/office/drawing/2014/main" id="{2CCB86A3-22AA-16F7-0839-D0A72B2DBAA8}"/>
              </a:ext>
            </a:extLst>
          </p:cNvPr>
          <p:cNvSpPr txBox="1">
            <a:spLocks/>
          </p:cNvSpPr>
          <p:nvPr/>
        </p:nvSpPr>
        <p:spPr>
          <a:xfrm>
            <a:off x="995362" y="5989639"/>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 China</a:t>
            </a:r>
          </a:p>
        </p:txBody>
      </p:sp>
      <p:sp>
        <p:nvSpPr>
          <p:cNvPr id="22" name="Subtitle 4">
            <a:extLst>
              <a:ext uri="{FF2B5EF4-FFF2-40B4-BE49-F238E27FC236}">
                <a16:creationId xmlns:a16="http://schemas.microsoft.com/office/drawing/2014/main" id="{C4DF3A9F-75CB-1EC2-8D12-2A2E49733243}"/>
              </a:ext>
            </a:extLst>
          </p:cNvPr>
          <p:cNvSpPr txBox="1">
            <a:spLocks/>
          </p:cNvSpPr>
          <p:nvPr/>
        </p:nvSpPr>
        <p:spPr>
          <a:xfrm>
            <a:off x="995362" y="6325313"/>
            <a:ext cx="3767137" cy="110412"/>
          </a:xfrm>
          <a:prstGeom prst="rect">
            <a:avLst/>
          </a:prstGeom>
          <a:ln>
            <a:noFill/>
          </a:ln>
        </p:spPr>
        <p:txBody>
          <a:bodyPr vert="horz" wrap="square" lIns="0" tIns="0" rIns="0" bIns="0" anchor="ctr" anchorCtr="0"/>
          <a:lstStyle>
            <a:lvl1pPr marL="0" lvl="0" indent="0" algn="l" defTabSz="914400">
              <a:lnSpc>
                <a:spcPct val="100000"/>
              </a:lnSpc>
              <a:spcBef>
                <a:spcPts val="0"/>
              </a:spcBef>
              <a:spcAft>
                <a:spcPts val="600"/>
              </a:spcAft>
              <a:buFontTx/>
              <a:buNone/>
              <a:defRPr sz="1400" b="1" kern="1200">
                <a:solidFill>
                  <a:schemeClr val="bg1"/>
                </a:solidFill>
                <a:latin typeface="Arial"/>
                <a:ea typeface="微软雅黑"/>
              </a:defRPr>
            </a:lvl1pPr>
            <a:lvl2pPr marL="0" lvl="1" indent="0" algn="l" defTabSz="914400">
              <a:lnSpc>
                <a:spcPct val="100000"/>
              </a:lnSpc>
              <a:spcBef>
                <a:spcPts val="0"/>
              </a:spcBef>
              <a:spcAft>
                <a:spcPts val="600"/>
              </a:spcAft>
              <a:buFontTx/>
              <a:buNone/>
              <a:defRPr sz="1400" kern="1200">
                <a:solidFill>
                  <a:schemeClr val="bg1"/>
                </a:solidFill>
                <a:latin typeface="Arial"/>
                <a:ea typeface="微软雅黑"/>
              </a:defRPr>
            </a:lvl2pPr>
            <a:lvl3pPr marL="180975" lvl="2"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3pPr>
            <a:lvl4pPr marL="361950" lvl="3" indent="-180975" algn="l" defTabSz="914400">
              <a:lnSpc>
                <a:spcPct val="100000"/>
              </a:lnSpc>
              <a:spcBef>
                <a:spcPts val="0"/>
              </a:spcBef>
              <a:spcAft>
                <a:spcPts val="600"/>
              </a:spcAft>
              <a:buClr>
                <a:schemeClr val="bg1"/>
              </a:buClr>
              <a:buFont typeface="Arial" charset="0"/>
              <a:buChar char="-"/>
              <a:defRPr sz="1100" kern="1200">
                <a:solidFill>
                  <a:schemeClr val="bg1"/>
                </a:solidFill>
                <a:latin typeface="Arial"/>
                <a:ea typeface="微软雅黑"/>
              </a:defRPr>
            </a:lvl4pPr>
            <a:lvl5pPr marL="542925" lvl="4" indent="-180975" algn="l" defTabSz="914400">
              <a:lnSpc>
                <a:spcPct val="100000"/>
              </a:lnSpc>
              <a:spcBef>
                <a:spcPts val="0"/>
              </a:spcBef>
              <a:spcAft>
                <a:spcPts val="600"/>
              </a:spcAft>
              <a:buClr>
                <a:schemeClr val="bg1"/>
              </a:buClr>
              <a:buFont typeface="Arial" charset="0"/>
              <a:buChar char="•"/>
              <a:defRPr sz="1100" kern="1200" baseline="0">
                <a:solidFill>
                  <a:schemeClr val="bg1"/>
                </a:solidFill>
                <a:latin typeface="Arial"/>
                <a:ea typeface="微软雅黑"/>
              </a:defRPr>
            </a:lvl5pPr>
            <a:lvl6pPr marL="719138" lvl="5" indent="-180975"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6pPr>
            <a:lvl7pPr marL="896938" lvl="6"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7pPr>
            <a:lvl8pPr marL="1074738" lvl="7" indent="-177800" algn="l" defTabSz="914400">
              <a:lnSpc>
                <a:spcPct val="100000"/>
              </a:lnSpc>
              <a:spcBef>
                <a:spcPts val="0"/>
              </a:spcBef>
              <a:spcAft>
                <a:spcPts val="600"/>
              </a:spcAft>
              <a:buClr>
                <a:schemeClr val="tx2"/>
              </a:buClr>
              <a:buFont typeface="Arial" charset="0"/>
              <a:buChar char="-"/>
              <a:defRPr sz="1500" kern="1200">
                <a:solidFill>
                  <a:schemeClr val="tx2"/>
                </a:solidFill>
                <a:latin typeface="Arial"/>
                <a:ea typeface="微软雅黑"/>
              </a:defRPr>
            </a:lvl8pPr>
            <a:lvl9pPr marL="1257300" lvl="8" indent="-182563" algn="l" defTabSz="914400">
              <a:lnSpc>
                <a:spcPct val="90000"/>
              </a:lnSpc>
              <a:spcBef>
                <a:spcPts val="500"/>
              </a:spcBef>
              <a:buFont typeface="Arial" charset="0"/>
              <a:buChar char="•"/>
              <a:defRPr sz="1500" kern="1200">
                <a:solidFill>
                  <a:schemeClr val="tx2"/>
                </a:solidFill>
                <a:latin typeface="Arial"/>
                <a:ea typeface="微软雅黑"/>
              </a:defRPr>
            </a:lvl9pPr>
          </a:lstStyle>
          <a:p>
            <a:pPr lvl="1"/>
            <a:r>
              <a:rPr lang="zh-CN" sz="1050" dirty="0"/>
              <a:t>kpmg.com/managedservices</a:t>
            </a:r>
          </a:p>
        </p:txBody>
      </p:sp>
      <p:cxnSp>
        <p:nvCxnSpPr>
          <p:cNvPr id="23" name="Straight Connector 22">
            <a:extLst>
              <a:ext uri="{FF2B5EF4-FFF2-40B4-BE49-F238E27FC236}">
                <a16:creationId xmlns:a16="http://schemas.microsoft.com/office/drawing/2014/main" id="{1C66FAEB-EDB4-30B4-FF75-5E592AD48EE7}"/>
              </a:ext>
            </a:extLst>
          </p:cNvPr>
          <p:cNvCxnSpPr>
            <a:cxnSpLocks/>
          </p:cNvCxnSpPr>
          <p:nvPr/>
        </p:nvCxnSpPr>
        <p:spPr>
          <a:xfrm>
            <a:off x="995363" y="6217801"/>
            <a:ext cx="681037" cy="0"/>
          </a:xfrm>
          <a:prstGeom prst="line">
            <a:avLst/>
          </a:prstGeom>
          <a:ln w="6350">
            <a:solidFill>
              <a:schemeClr val="bg1"/>
            </a:solidFill>
            <a:prstDash val="solid"/>
            <a:miter/>
          </a:ln>
        </p:spPr>
      </p:cxnSp>
      <p:sp>
        <p:nvSpPr>
          <p:cNvPr id="24" name="Rectangle 23">
            <a:hlinkClick r:id="rId3"/>
            <a:extLst>
              <a:ext uri="{FF2B5EF4-FFF2-40B4-BE49-F238E27FC236}">
                <a16:creationId xmlns:a16="http://schemas.microsoft.com/office/drawing/2014/main" id="{1A9297B7-126C-3787-E10C-E16477DF5ABD}"/>
              </a:ext>
            </a:extLst>
          </p:cNvPr>
          <p:cNvSpPr/>
          <p:nvPr/>
        </p:nvSpPr>
        <p:spPr>
          <a:xfrm>
            <a:off x="995363" y="6263396"/>
            <a:ext cx="1738312" cy="239876"/>
          </a:xfrm>
          <a:prstGeom prst="rect">
            <a:avLst/>
          </a:prstGeom>
          <a:solidFill>
            <a:schemeClr val="accent1">
              <a:alpha val="0"/>
            </a:schemeClr>
          </a:solidFill>
          <a:ln>
            <a:noFill/>
          </a:ln>
        </p:spPr>
        <p:txBody>
          <a:bodyPr lIns="54610" tIns="54610" rIns="54610" bIns="54610" anchor="ctr"/>
          <a:lstStyle/>
          <a:p>
            <a:pPr algn="l"/>
            <a:endParaRPr lang="zh-CN" sz="1500" dirty="0">
              <a:solidFill>
                <a:schemeClr val="bg1"/>
              </a:solidFill>
            </a:endParaRPr>
          </a:p>
        </p:txBody>
      </p:sp>
      <p:sp>
        <p:nvSpPr>
          <p:cNvPr id="25" name="Freeform 19">
            <a:extLst>
              <a:ext uri="{FF2B5EF4-FFF2-40B4-BE49-F238E27FC236}">
                <a16:creationId xmlns:a16="http://schemas.microsoft.com/office/drawing/2014/main" id="{FE1569D8-2DF1-918D-97BF-51633EA2F94C}"/>
              </a:ext>
            </a:extLst>
          </p:cNvPr>
          <p:cNvSpPr>
            <a:spLocks noChangeAspect="1" noEditPoints="1"/>
          </p:cNvSpPr>
          <p:nvPr/>
        </p:nvSpPr>
        <p:spPr>
          <a:xfrm>
            <a:off x="995363" y="43180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1399" h="371311">
                <a:moveTo>
                  <a:pt x="904958" y="283369"/>
                </a:moveTo>
                <a:cubicBezTo>
                  <a:pt x="856651" y="283369"/>
                  <a:pt x="856651" y="283369"/>
                  <a:pt x="856651" y="283369"/>
                </a:cubicBezTo>
                <a:cubicBezTo>
                  <a:pt x="866312" y="250798"/>
                  <a:pt x="866312" y="250798"/>
                  <a:pt x="866312" y="250798"/>
                </a:cubicBezTo>
                <a:cubicBezTo>
                  <a:pt x="769697" y="250798"/>
                  <a:pt x="769697" y="250798"/>
                  <a:pt x="769697" y="250798"/>
                </a:cubicBezTo>
                <a:cubicBezTo>
                  <a:pt x="763256" y="283369"/>
                  <a:pt x="763256" y="283369"/>
                  <a:pt x="763256" y="283369"/>
                </a:cubicBezTo>
                <a:cubicBezTo>
                  <a:pt x="714949" y="283369"/>
                  <a:pt x="714949" y="283369"/>
                  <a:pt x="714949" y="283369"/>
                </a:cubicBezTo>
                <a:cubicBezTo>
                  <a:pt x="714949" y="276855"/>
                  <a:pt x="714949" y="276855"/>
                  <a:pt x="714949" y="276855"/>
                </a:cubicBezTo>
                <a:cubicBezTo>
                  <a:pt x="718170" y="273598"/>
                  <a:pt x="718170" y="270340"/>
                  <a:pt x="718170" y="263826"/>
                </a:cubicBezTo>
                <a:cubicBezTo>
                  <a:pt x="727831" y="231255"/>
                  <a:pt x="750374" y="195427"/>
                  <a:pt x="785800" y="195427"/>
                </a:cubicBezTo>
                <a:cubicBezTo>
                  <a:pt x="801902" y="195427"/>
                  <a:pt x="818005" y="201941"/>
                  <a:pt x="814784" y="224741"/>
                </a:cubicBezTo>
                <a:cubicBezTo>
                  <a:pt x="872753" y="224741"/>
                  <a:pt x="872753" y="224741"/>
                  <a:pt x="872753" y="224741"/>
                </a:cubicBezTo>
                <a:cubicBezTo>
                  <a:pt x="875974" y="214970"/>
                  <a:pt x="879194" y="198684"/>
                  <a:pt x="866312" y="182398"/>
                </a:cubicBezTo>
                <a:cubicBezTo>
                  <a:pt x="856651" y="166113"/>
                  <a:pt x="830887" y="156341"/>
                  <a:pt x="798682" y="156341"/>
                </a:cubicBezTo>
                <a:cubicBezTo>
                  <a:pt x="776138" y="156341"/>
                  <a:pt x="743933" y="162856"/>
                  <a:pt x="714949" y="179141"/>
                </a:cubicBezTo>
                <a:cubicBezTo>
                  <a:pt x="714949" y="6514"/>
                  <a:pt x="714949" y="6514"/>
                  <a:pt x="714949" y="6514"/>
                </a:cubicBezTo>
                <a:cubicBezTo>
                  <a:pt x="904958" y="6514"/>
                  <a:pt x="904958" y="6514"/>
                  <a:pt x="904958" y="6514"/>
                </a:cubicBezTo>
                <a:cubicBezTo>
                  <a:pt x="904958" y="283369"/>
                  <a:pt x="904958" y="283369"/>
                  <a:pt x="904958" y="283369"/>
                </a:cubicBezTo>
                <a:cubicBezTo>
                  <a:pt x="904958" y="283369"/>
                  <a:pt x="904958" y="283369"/>
                  <a:pt x="904958" y="283369"/>
                </a:cubicBezTo>
                <a:close/>
                <a:moveTo>
                  <a:pt x="792241" y="328969"/>
                </a:moveTo>
                <a:cubicBezTo>
                  <a:pt x="782579" y="332226"/>
                  <a:pt x="772918" y="332226"/>
                  <a:pt x="763256" y="332226"/>
                </a:cubicBezTo>
                <a:cubicBezTo>
                  <a:pt x="734272" y="332226"/>
                  <a:pt x="714949" y="319197"/>
                  <a:pt x="714949" y="289883"/>
                </a:cubicBezTo>
                <a:cubicBezTo>
                  <a:pt x="801902" y="289883"/>
                  <a:pt x="801902" y="289883"/>
                  <a:pt x="801902" y="289883"/>
                </a:cubicBezTo>
                <a:cubicBezTo>
                  <a:pt x="792241" y="328969"/>
                  <a:pt x="792241" y="328969"/>
                  <a:pt x="792241" y="328969"/>
                </a:cubicBezTo>
                <a:cubicBezTo>
                  <a:pt x="792241" y="328969"/>
                  <a:pt x="792241" y="328969"/>
                  <a:pt x="792241" y="328969"/>
                </a:cubicBezTo>
                <a:close/>
                <a:moveTo>
                  <a:pt x="685965" y="172627"/>
                </a:moveTo>
                <a:cubicBezTo>
                  <a:pt x="685965" y="211712"/>
                  <a:pt x="685965" y="211712"/>
                  <a:pt x="685965" y="211712"/>
                </a:cubicBezTo>
                <a:cubicBezTo>
                  <a:pt x="673083" y="231255"/>
                  <a:pt x="663421" y="250798"/>
                  <a:pt x="660201" y="267083"/>
                </a:cubicBezTo>
                <a:cubicBezTo>
                  <a:pt x="656980" y="270340"/>
                  <a:pt x="656980" y="276855"/>
                  <a:pt x="656980" y="283369"/>
                </a:cubicBezTo>
                <a:cubicBezTo>
                  <a:pt x="627996" y="283369"/>
                  <a:pt x="627996" y="283369"/>
                  <a:pt x="627996" y="283369"/>
                </a:cubicBezTo>
                <a:cubicBezTo>
                  <a:pt x="653760" y="169370"/>
                  <a:pt x="653760" y="169370"/>
                  <a:pt x="653760" y="169370"/>
                </a:cubicBezTo>
                <a:cubicBezTo>
                  <a:pt x="573247" y="169370"/>
                  <a:pt x="573247" y="169370"/>
                  <a:pt x="573247" y="169370"/>
                </a:cubicBezTo>
                <a:cubicBezTo>
                  <a:pt x="502397" y="283369"/>
                  <a:pt x="502397" y="283369"/>
                  <a:pt x="502397" y="283369"/>
                </a:cubicBezTo>
                <a:cubicBezTo>
                  <a:pt x="495956" y="283369"/>
                  <a:pt x="495956" y="283369"/>
                  <a:pt x="495956" y="283369"/>
                </a:cubicBezTo>
                <a:cubicBezTo>
                  <a:pt x="495956" y="6514"/>
                  <a:pt x="495956" y="6514"/>
                  <a:pt x="495956" y="6514"/>
                </a:cubicBezTo>
                <a:cubicBezTo>
                  <a:pt x="685965" y="6514"/>
                  <a:pt x="685965" y="6514"/>
                  <a:pt x="685965" y="6514"/>
                </a:cubicBezTo>
                <a:cubicBezTo>
                  <a:pt x="685965" y="172627"/>
                  <a:pt x="685965" y="172627"/>
                  <a:pt x="685965" y="172627"/>
                </a:cubicBezTo>
                <a:cubicBezTo>
                  <a:pt x="685965" y="172627"/>
                  <a:pt x="685965" y="172627"/>
                  <a:pt x="685965" y="172627"/>
                </a:cubicBezTo>
                <a:close/>
                <a:moveTo>
                  <a:pt x="579688" y="283369"/>
                </a:moveTo>
                <a:cubicBezTo>
                  <a:pt x="550704" y="283369"/>
                  <a:pt x="550704" y="283369"/>
                  <a:pt x="550704" y="283369"/>
                </a:cubicBezTo>
                <a:cubicBezTo>
                  <a:pt x="595791" y="214970"/>
                  <a:pt x="595791" y="214970"/>
                  <a:pt x="595791" y="214970"/>
                </a:cubicBezTo>
                <a:cubicBezTo>
                  <a:pt x="579688" y="283369"/>
                  <a:pt x="579688" y="283369"/>
                  <a:pt x="579688" y="283369"/>
                </a:cubicBezTo>
                <a:cubicBezTo>
                  <a:pt x="579688" y="283369"/>
                  <a:pt x="579688" y="283369"/>
                  <a:pt x="579688" y="283369"/>
                </a:cubicBezTo>
                <a:close/>
                <a:moveTo>
                  <a:pt x="466971" y="169370"/>
                </a:moveTo>
                <a:cubicBezTo>
                  <a:pt x="418664" y="169370"/>
                  <a:pt x="418664" y="169370"/>
                  <a:pt x="418664" y="169370"/>
                </a:cubicBezTo>
                <a:cubicBezTo>
                  <a:pt x="386459" y="283369"/>
                  <a:pt x="386459" y="283369"/>
                  <a:pt x="386459" y="283369"/>
                </a:cubicBezTo>
                <a:cubicBezTo>
                  <a:pt x="334931" y="283369"/>
                  <a:pt x="334931" y="283369"/>
                  <a:pt x="334931" y="283369"/>
                </a:cubicBezTo>
                <a:cubicBezTo>
                  <a:pt x="360695" y="273598"/>
                  <a:pt x="376797" y="254055"/>
                  <a:pt x="383238" y="227998"/>
                </a:cubicBezTo>
                <a:cubicBezTo>
                  <a:pt x="386459" y="208455"/>
                  <a:pt x="383238" y="192170"/>
                  <a:pt x="376797" y="182398"/>
                </a:cubicBezTo>
                <a:cubicBezTo>
                  <a:pt x="363916" y="166113"/>
                  <a:pt x="338152" y="169370"/>
                  <a:pt x="315608" y="169370"/>
                </a:cubicBezTo>
                <a:cubicBezTo>
                  <a:pt x="312388" y="169370"/>
                  <a:pt x="276962" y="169370"/>
                  <a:pt x="276962" y="169370"/>
                </a:cubicBezTo>
                <a:cubicBezTo>
                  <a:pt x="276962" y="6514"/>
                  <a:pt x="276962" y="6514"/>
                  <a:pt x="276962" y="6514"/>
                </a:cubicBezTo>
                <a:cubicBezTo>
                  <a:pt x="466971" y="6514"/>
                  <a:pt x="466971" y="6514"/>
                  <a:pt x="466971" y="6514"/>
                </a:cubicBezTo>
                <a:cubicBezTo>
                  <a:pt x="466971" y="169370"/>
                  <a:pt x="466971" y="169370"/>
                  <a:pt x="466971" y="169370"/>
                </a:cubicBezTo>
                <a:cubicBezTo>
                  <a:pt x="466971" y="169370"/>
                  <a:pt x="466971" y="169370"/>
                  <a:pt x="466971" y="169370"/>
                </a:cubicBezTo>
                <a:close/>
                <a:moveTo>
                  <a:pt x="434766" y="283369"/>
                </a:moveTo>
                <a:cubicBezTo>
                  <a:pt x="454089" y="211712"/>
                  <a:pt x="454089" y="211712"/>
                  <a:pt x="454089" y="211712"/>
                </a:cubicBezTo>
                <a:cubicBezTo>
                  <a:pt x="457310" y="283369"/>
                  <a:pt x="457310" y="283369"/>
                  <a:pt x="457310" y="283369"/>
                </a:cubicBezTo>
                <a:cubicBezTo>
                  <a:pt x="434766" y="283369"/>
                  <a:pt x="434766" y="283369"/>
                  <a:pt x="434766" y="283369"/>
                </a:cubicBezTo>
                <a:cubicBezTo>
                  <a:pt x="434766" y="283369"/>
                  <a:pt x="434766" y="283369"/>
                  <a:pt x="434766" y="283369"/>
                </a:cubicBezTo>
                <a:close/>
                <a:moveTo>
                  <a:pt x="299506" y="257312"/>
                </a:moveTo>
                <a:cubicBezTo>
                  <a:pt x="299506" y="257312"/>
                  <a:pt x="299506" y="257312"/>
                  <a:pt x="299506" y="257312"/>
                </a:cubicBezTo>
                <a:cubicBezTo>
                  <a:pt x="296285" y="257312"/>
                  <a:pt x="293065" y="257312"/>
                  <a:pt x="293065" y="257312"/>
                </a:cubicBezTo>
                <a:cubicBezTo>
                  <a:pt x="289844" y="257312"/>
                  <a:pt x="286624" y="257312"/>
                  <a:pt x="286624" y="257312"/>
                </a:cubicBezTo>
                <a:cubicBezTo>
                  <a:pt x="273742" y="257312"/>
                  <a:pt x="273742" y="257312"/>
                  <a:pt x="273742" y="257312"/>
                </a:cubicBezTo>
                <a:cubicBezTo>
                  <a:pt x="280183" y="234512"/>
                  <a:pt x="280183" y="234512"/>
                  <a:pt x="280183" y="234512"/>
                </a:cubicBezTo>
                <a:cubicBezTo>
                  <a:pt x="280183" y="224741"/>
                  <a:pt x="280183" y="224741"/>
                  <a:pt x="280183" y="224741"/>
                </a:cubicBezTo>
                <a:cubicBezTo>
                  <a:pt x="286624" y="201941"/>
                  <a:pt x="286624" y="201941"/>
                  <a:pt x="286624" y="201941"/>
                </a:cubicBezTo>
                <a:cubicBezTo>
                  <a:pt x="289844" y="201941"/>
                  <a:pt x="293065" y="201941"/>
                  <a:pt x="296285" y="201941"/>
                </a:cubicBezTo>
                <a:cubicBezTo>
                  <a:pt x="305947" y="201941"/>
                  <a:pt x="305947" y="201941"/>
                  <a:pt x="305947" y="201941"/>
                </a:cubicBezTo>
                <a:cubicBezTo>
                  <a:pt x="322049" y="201941"/>
                  <a:pt x="331711" y="201941"/>
                  <a:pt x="334931" y="205198"/>
                </a:cubicBezTo>
                <a:cubicBezTo>
                  <a:pt x="338152" y="211712"/>
                  <a:pt x="338152" y="218227"/>
                  <a:pt x="334931" y="227998"/>
                </a:cubicBezTo>
                <a:cubicBezTo>
                  <a:pt x="328490" y="244284"/>
                  <a:pt x="322049" y="254055"/>
                  <a:pt x="299506" y="257312"/>
                </a:cubicBezTo>
                <a:moveTo>
                  <a:pt x="244757" y="179141"/>
                </a:moveTo>
                <a:cubicBezTo>
                  <a:pt x="241537" y="188913"/>
                  <a:pt x="241537" y="188913"/>
                  <a:pt x="241537" y="188913"/>
                </a:cubicBezTo>
                <a:cubicBezTo>
                  <a:pt x="215773" y="280112"/>
                  <a:pt x="215773" y="280112"/>
                  <a:pt x="215773" y="280112"/>
                </a:cubicBezTo>
                <a:cubicBezTo>
                  <a:pt x="215773" y="283369"/>
                  <a:pt x="215773" y="283369"/>
                  <a:pt x="215773" y="283369"/>
                </a:cubicBezTo>
                <a:cubicBezTo>
                  <a:pt x="125599" y="283369"/>
                  <a:pt x="125599" y="283369"/>
                  <a:pt x="125599" y="283369"/>
                </a:cubicBezTo>
                <a:cubicBezTo>
                  <a:pt x="119158" y="267083"/>
                  <a:pt x="119158" y="267083"/>
                  <a:pt x="119158" y="267083"/>
                </a:cubicBezTo>
                <a:cubicBezTo>
                  <a:pt x="215773" y="169370"/>
                  <a:pt x="215773" y="169370"/>
                  <a:pt x="215773" y="169370"/>
                </a:cubicBezTo>
                <a:cubicBezTo>
                  <a:pt x="154584" y="169370"/>
                  <a:pt x="154584" y="169370"/>
                  <a:pt x="154584" y="169370"/>
                </a:cubicBezTo>
                <a:cubicBezTo>
                  <a:pt x="80512" y="250798"/>
                  <a:pt x="80512" y="250798"/>
                  <a:pt x="80512" y="250798"/>
                </a:cubicBezTo>
                <a:cubicBezTo>
                  <a:pt x="103056" y="169370"/>
                  <a:pt x="103056" y="169370"/>
                  <a:pt x="103056" y="169370"/>
                </a:cubicBezTo>
                <a:cubicBezTo>
                  <a:pt x="57969" y="169370"/>
                  <a:pt x="57969" y="169370"/>
                  <a:pt x="57969" y="169370"/>
                </a:cubicBezTo>
                <a:cubicBezTo>
                  <a:pt x="57969" y="6514"/>
                  <a:pt x="57969" y="6514"/>
                  <a:pt x="57969" y="6514"/>
                </a:cubicBezTo>
                <a:cubicBezTo>
                  <a:pt x="244757" y="6514"/>
                  <a:pt x="244757" y="6514"/>
                  <a:pt x="244757" y="6514"/>
                </a:cubicBezTo>
                <a:cubicBezTo>
                  <a:pt x="244757" y="179141"/>
                  <a:pt x="244757" y="179141"/>
                  <a:pt x="244757" y="179141"/>
                </a:cubicBezTo>
                <a:cubicBezTo>
                  <a:pt x="244757" y="179141"/>
                  <a:pt x="244757" y="179141"/>
                  <a:pt x="244757" y="179141"/>
                </a:cubicBezTo>
                <a:close/>
                <a:moveTo>
                  <a:pt x="70851" y="283369"/>
                </a:moveTo>
                <a:cubicBezTo>
                  <a:pt x="70851" y="283369"/>
                  <a:pt x="70851" y="283369"/>
                  <a:pt x="70851" y="283369"/>
                </a:cubicBezTo>
                <a:cubicBezTo>
                  <a:pt x="70851" y="283369"/>
                  <a:pt x="70851" y="283369"/>
                  <a:pt x="70851" y="283369"/>
                </a:cubicBezTo>
                <a:cubicBezTo>
                  <a:pt x="70851" y="283369"/>
                  <a:pt x="70851" y="283369"/>
                  <a:pt x="70851" y="283369"/>
                </a:cubicBezTo>
                <a:cubicBezTo>
                  <a:pt x="70851" y="283369"/>
                  <a:pt x="70851" y="283369"/>
                  <a:pt x="70851" y="283369"/>
                </a:cubicBezTo>
                <a:close/>
                <a:moveTo>
                  <a:pt x="708508" y="0"/>
                </a:moveTo>
                <a:cubicBezTo>
                  <a:pt x="708508" y="185656"/>
                  <a:pt x="708508" y="185656"/>
                  <a:pt x="708508" y="185656"/>
                </a:cubicBezTo>
                <a:cubicBezTo>
                  <a:pt x="702067" y="192170"/>
                  <a:pt x="695626" y="195427"/>
                  <a:pt x="692406" y="201941"/>
                </a:cubicBezTo>
                <a:cubicBezTo>
                  <a:pt x="692406" y="0"/>
                  <a:pt x="692406" y="0"/>
                  <a:pt x="692406" y="0"/>
                </a:cubicBezTo>
                <a:cubicBezTo>
                  <a:pt x="489515" y="0"/>
                  <a:pt x="489515" y="0"/>
                  <a:pt x="489515" y="0"/>
                </a:cubicBezTo>
                <a:cubicBezTo>
                  <a:pt x="489515" y="169370"/>
                  <a:pt x="489515" y="169370"/>
                  <a:pt x="489515" y="169370"/>
                </a:cubicBezTo>
                <a:cubicBezTo>
                  <a:pt x="473412" y="169370"/>
                  <a:pt x="473412" y="169370"/>
                  <a:pt x="473412" y="169370"/>
                </a:cubicBezTo>
                <a:cubicBezTo>
                  <a:pt x="473412" y="0"/>
                  <a:pt x="473412" y="0"/>
                  <a:pt x="473412" y="0"/>
                </a:cubicBezTo>
                <a:cubicBezTo>
                  <a:pt x="270521" y="0"/>
                  <a:pt x="270521" y="0"/>
                  <a:pt x="270521" y="0"/>
                </a:cubicBezTo>
                <a:cubicBezTo>
                  <a:pt x="270521" y="169370"/>
                  <a:pt x="270521" y="169370"/>
                  <a:pt x="270521" y="169370"/>
                </a:cubicBezTo>
                <a:cubicBezTo>
                  <a:pt x="254419" y="169370"/>
                  <a:pt x="254419" y="169370"/>
                  <a:pt x="254419" y="169370"/>
                </a:cubicBezTo>
                <a:cubicBezTo>
                  <a:pt x="254419" y="0"/>
                  <a:pt x="254419" y="0"/>
                  <a:pt x="254419" y="0"/>
                </a:cubicBezTo>
                <a:cubicBezTo>
                  <a:pt x="51528" y="0"/>
                  <a:pt x="51528" y="0"/>
                  <a:pt x="51528" y="0"/>
                </a:cubicBezTo>
                <a:cubicBezTo>
                  <a:pt x="51528" y="192170"/>
                  <a:pt x="51528" y="192170"/>
                  <a:pt x="51528" y="192170"/>
                </a:cubicBezTo>
                <a:cubicBezTo>
                  <a:pt x="0" y="368054"/>
                  <a:pt x="0" y="368054"/>
                  <a:pt x="0" y="368054"/>
                </a:cubicBezTo>
                <a:cubicBezTo>
                  <a:pt x="45087" y="368054"/>
                  <a:pt x="45087" y="368054"/>
                  <a:pt x="45087" y="368054"/>
                </a:cubicBezTo>
                <a:cubicBezTo>
                  <a:pt x="67630" y="289883"/>
                  <a:pt x="67630" y="289883"/>
                  <a:pt x="67630" y="289883"/>
                </a:cubicBezTo>
                <a:cubicBezTo>
                  <a:pt x="74071" y="289883"/>
                  <a:pt x="74071" y="289883"/>
                  <a:pt x="74071" y="289883"/>
                </a:cubicBezTo>
                <a:cubicBezTo>
                  <a:pt x="112717" y="368054"/>
                  <a:pt x="112717" y="368054"/>
                  <a:pt x="112717" y="368054"/>
                </a:cubicBezTo>
                <a:cubicBezTo>
                  <a:pt x="167466" y="368054"/>
                  <a:pt x="167466" y="368054"/>
                  <a:pt x="167466" y="368054"/>
                </a:cubicBezTo>
                <a:cubicBezTo>
                  <a:pt x="128820" y="289883"/>
                  <a:pt x="128820" y="289883"/>
                  <a:pt x="128820" y="289883"/>
                </a:cubicBezTo>
                <a:cubicBezTo>
                  <a:pt x="212552" y="289883"/>
                  <a:pt x="212552" y="289883"/>
                  <a:pt x="212552" y="289883"/>
                </a:cubicBezTo>
                <a:cubicBezTo>
                  <a:pt x="190009" y="368054"/>
                  <a:pt x="190009" y="368054"/>
                  <a:pt x="190009" y="368054"/>
                </a:cubicBezTo>
                <a:cubicBezTo>
                  <a:pt x="238316" y="368054"/>
                  <a:pt x="238316" y="368054"/>
                  <a:pt x="238316" y="368054"/>
                </a:cubicBezTo>
                <a:cubicBezTo>
                  <a:pt x="260860" y="289883"/>
                  <a:pt x="260860" y="289883"/>
                  <a:pt x="260860" y="289883"/>
                </a:cubicBezTo>
                <a:cubicBezTo>
                  <a:pt x="273742" y="289883"/>
                  <a:pt x="273742" y="289883"/>
                  <a:pt x="273742" y="289883"/>
                </a:cubicBezTo>
                <a:cubicBezTo>
                  <a:pt x="273742" y="289883"/>
                  <a:pt x="273742" y="289883"/>
                  <a:pt x="273742" y="289883"/>
                </a:cubicBezTo>
                <a:cubicBezTo>
                  <a:pt x="289844" y="289883"/>
                  <a:pt x="289844" y="289883"/>
                  <a:pt x="289844" y="289883"/>
                </a:cubicBezTo>
                <a:cubicBezTo>
                  <a:pt x="289844" y="289883"/>
                  <a:pt x="289844" y="289883"/>
                  <a:pt x="289844" y="289883"/>
                </a:cubicBezTo>
                <a:cubicBezTo>
                  <a:pt x="383238" y="289883"/>
                  <a:pt x="383238" y="289883"/>
                  <a:pt x="383238" y="289883"/>
                </a:cubicBezTo>
                <a:cubicBezTo>
                  <a:pt x="360695" y="368054"/>
                  <a:pt x="360695" y="368054"/>
                  <a:pt x="360695" y="368054"/>
                </a:cubicBezTo>
                <a:cubicBezTo>
                  <a:pt x="412223" y="368054"/>
                  <a:pt x="412223" y="368054"/>
                  <a:pt x="412223" y="368054"/>
                </a:cubicBezTo>
                <a:cubicBezTo>
                  <a:pt x="434766" y="289883"/>
                  <a:pt x="434766" y="289883"/>
                  <a:pt x="434766" y="289883"/>
                </a:cubicBezTo>
                <a:cubicBezTo>
                  <a:pt x="457310" y="289883"/>
                  <a:pt x="457310" y="289883"/>
                  <a:pt x="457310" y="289883"/>
                </a:cubicBezTo>
                <a:cubicBezTo>
                  <a:pt x="457310" y="368054"/>
                  <a:pt x="457310" y="368054"/>
                  <a:pt x="457310" y="368054"/>
                </a:cubicBezTo>
                <a:cubicBezTo>
                  <a:pt x="499176" y="368054"/>
                  <a:pt x="499176" y="368054"/>
                  <a:pt x="499176" y="368054"/>
                </a:cubicBezTo>
                <a:cubicBezTo>
                  <a:pt x="547483" y="289883"/>
                  <a:pt x="547483" y="289883"/>
                  <a:pt x="547483" y="289883"/>
                </a:cubicBezTo>
                <a:cubicBezTo>
                  <a:pt x="579688" y="289883"/>
                  <a:pt x="579688" y="289883"/>
                  <a:pt x="579688" y="289883"/>
                </a:cubicBezTo>
                <a:cubicBezTo>
                  <a:pt x="563586" y="368054"/>
                  <a:pt x="563586" y="368054"/>
                  <a:pt x="563586" y="368054"/>
                </a:cubicBezTo>
                <a:cubicBezTo>
                  <a:pt x="611893" y="368054"/>
                  <a:pt x="611893" y="368054"/>
                  <a:pt x="611893" y="368054"/>
                </a:cubicBezTo>
                <a:cubicBezTo>
                  <a:pt x="627996" y="289883"/>
                  <a:pt x="627996" y="289883"/>
                  <a:pt x="627996" y="289883"/>
                </a:cubicBezTo>
                <a:cubicBezTo>
                  <a:pt x="656980" y="289883"/>
                  <a:pt x="656980" y="289883"/>
                  <a:pt x="656980" y="289883"/>
                </a:cubicBezTo>
                <a:cubicBezTo>
                  <a:pt x="653760" y="312683"/>
                  <a:pt x="660201" y="335483"/>
                  <a:pt x="676303" y="351768"/>
                </a:cubicBezTo>
                <a:cubicBezTo>
                  <a:pt x="695626" y="368054"/>
                  <a:pt x="724611" y="371311"/>
                  <a:pt x="747154" y="371311"/>
                </a:cubicBezTo>
                <a:cubicBezTo>
                  <a:pt x="776138" y="371311"/>
                  <a:pt x="808343" y="368054"/>
                  <a:pt x="837328" y="361540"/>
                </a:cubicBezTo>
                <a:cubicBezTo>
                  <a:pt x="856651" y="289883"/>
                  <a:pt x="856651" y="289883"/>
                  <a:pt x="856651" y="289883"/>
                </a:cubicBezTo>
                <a:cubicBezTo>
                  <a:pt x="911399" y="289883"/>
                  <a:pt x="911399" y="289883"/>
                  <a:pt x="911399" y="289883"/>
                </a:cubicBezTo>
                <a:cubicBezTo>
                  <a:pt x="911399" y="0"/>
                  <a:pt x="911399" y="0"/>
                  <a:pt x="911399" y="0"/>
                </a:cubicBezTo>
                <a:cubicBezTo>
                  <a:pt x="708508" y="0"/>
                  <a:pt x="708508" y="0"/>
                  <a:pt x="708508" y="0"/>
                </a:cubicBezTo>
                <a:cubicBezTo>
                  <a:pt x="708508" y="0"/>
                  <a:pt x="708508" y="0"/>
                  <a:pt x="708508" y="0"/>
                </a:cubicBezTo>
                <a:close/>
              </a:path>
            </a:pathLst>
          </a:custGeom>
          <a:solidFill>
            <a:schemeClr val="bg1"/>
          </a:solidFill>
          <a:ln>
            <a:noFill/>
          </a:ln>
        </p:spPr>
        <p:txBody>
          <a:bodyPr vert="horz" wrap="square" lIns="91440" tIns="45720" rIns="91440" bIns="45720" numCol="1" anchor="t" anchorCtr="0"/>
          <a:lstStyle/>
          <a:p>
            <a:endParaRPr lang="zh-CN" dirty="0"/>
          </a:p>
        </p:txBody>
      </p:sp>
      <p:sp>
        <p:nvSpPr>
          <p:cNvPr id="2" name="TextBox 1">
            <a:extLst>
              <a:ext uri="{FF2B5EF4-FFF2-40B4-BE49-F238E27FC236}">
                <a16:creationId xmlns:a16="http://schemas.microsoft.com/office/drawing/2014/main" id="{BE3B5358-8E5F-E225-FF15-2CE72AD2FD15}"/>
              </a:ext>
            </a:extLst>
          </p:cNvPr>
          <p:cNvSpPr txBox="1"/>
          <p:nvPr/>
        </p:nvSpPr>
        <p:spPr>
          <a:xfrm>
            <a:off x="2671638" y="2107096"/>
            <a:ext cx="0" cy="0"/>
          </a:xfrm>
          <a:prstGeom prst="rect">
            <a:avLst/>
          </a:prstGeom>
        </p:spPr>
        <p:txBody>
          <a:bodyPr vert="horz" wrap="none" lIns="0" tIns="0" rIns="0" bIns="0" rtlCol="0" anchor="t" anchorCtr="0">
            <a:noAutofit/>
          </a:bodyPr>
          <a:lstStyle/>
          <a:p>
            <a:pPr algn="l">
              <a:spcAft>
                <a:spcPts val="600"/>
              </a:spcAft>
            </a:pPr>
            <a:endParaRPr kumimoji="1" lang="zh-CN" sz="1500" b="1" dirty="0">
              <a:solidFill>
                <a:schemeClr val="tx2"/>
              </a:solidFill>
            </a:endParaRPr>
          </a:p>
        </p:txBody>
      </p:sp>
    </p:spTree>
    <p:extLst>
      <p:ext uri="{BB962C8B-B14F-4D97-AF65-F5344CB8AC3E}">
        <p14:creationId xmlns:p14="http://schemas.microsoft.com/office/powerpoint/2010/main" val="223087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377B8DB-749A-4A37-454A-3DBF4621B5DE}"/>
              </a:ext>
            </a:extLst>
          </p:cNvPr>
          <p:cNvGraphicFramePr>
            <a:graphicFrameLocks/>
          </p:cNvGraphicFramePr>
          <p:nvPr>
            <p:custDataLst>
              <p:tags r:id="rId1"/>
            </p:custDataLst>
            <p:extLst>
              <p:ext uri="{D42A27DB-BD31-4B8C-83A1-F6EECF244321}">
                <p14:modId xmlns:p14="http://schemas.microsoft.com/office/powerpoint/2010/main" val="301894969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5" name="Title 34">
            <a:extLst>
              <a:ext uri="{FF2B5EF4-FFF2-40B4-BE49-F238E27FC236}">
                <a16:creationId xmlns:a16="http://schemas.microsoft.com/office/drawing/2014/main" id="{FB59ECA2-221A-2F88-49FD-B36ED3899E8F}"/>
              </a:ext>
            </a:extLst>
          </p:cNvPr>
          <p:cNvSpPr>
            <a:spLocks noGrp="1"/>
          </p:cNvSpPr>
          <p:nvPr>
            <p:ph type="title"/>
          </p:nvPr>
        </p:nvSpPr>
        <p:spPr/>
        <p:txBody>
          <a:bodyPr vert="horz"/>
          <a:lstStyle/>
          <a:p>
            <a:r>
              <a:rPr lang="zh-CN" dirty="0"/>
              <a:t>Table of contents</a:t>
            </a:r>
          </a:p>
        </p:txBody>
      </p:sp>
      <p:grpSp>
        <p:nvGrpSpPr>
          <p:cNvPr id="54" name="Group 53">
            <a:extLst>
              <a:ext uri="{FF2B5EF4-FFF2-40B4-BE49-F238E27FC236}">
                <a16:creationId xmlns:a16="http://schemas.microsoft.com/office/drawing/2014/main" id="{5FF98265-2D8D-ECBE-72E5-E4A9747FA958}"/>
              </a:ext>
            </a:extLst>
          </p:cNvPr>
          <p:cNvGrpSpPr/>
          <p:nvPr/>
        </p:nvGrpSpPr>
        <p:grpSpPr>
          <a:xfrm>
            <a:off x="1124632" y="3849331"/>
            <a:ext cx="3413753" cy="976976"/>
            <a:chOff x="1233489" y="1755190"/>
            <a:chExt cx="3413753" cy="976976"/>
          </a:xfrm>
        </p:grpSpPr>
        <p:sp>
          <p:nvSpPr>
            <p:cNvPr id="23" name="TextBox 22">
              <a:extLst>
                <a:ext uri="{FF2B5EF4-FFF2-40B4-BE49-F238E27FC236}">
                  <a16:creationId xmlns:a16="http://schemas.microsoft.com/office/drawing/2014/main" id="{F701893C-3638-7774-A38F-EF80B451DC5A}"/>
                </a:ext>
              </a:extLst>
            </p:cNvPr>
            <p:cNvSpPr txBox="1"/>
            <p:nvPr/>
          </p:nvSpPr>
          <p:spPr>
            <a:xfrm>
              <a:off x="1233489" y="1755190"/>
              <a:ext cx="384048" cy="734917"/>
            </a:xfrm>
            <a:prstGeom prst="rect">
              <a:avLst/>
            </a:prstGeom>
            <a:noFill/>
            <a:ln>
              <a:noFill/>
            </a:ln>
          </p:spPr>
          <p:txBody>
            <a:bodyPr vert="horz" wrap="square" lIns="0" tIns="0" rIns="0" bIns="0" rtlCol="0" anchor="t" anchorCtr="0">
              <a:noAutofit/>
            </a:bodyPr>
            <a:lstStyle/>
            <a:p>
              <a:pPr algn="l">
                <a:lnSpc>
                  <a:spcPct val="70000"/>
                </a:lnSpc>
                <a:spcAft>
                  <a:spcPts val="600"/>
                </a:spcAft>
              </a:pPr>
              <a:r>
                <a:rPr lang="en-US" altLang="zh-CN" sz="8000" b="1" dirty="0">
                  <a:ln>
                    <a:solidFill>
                      <a:schemeClr val="bg1"/>
                    </a:solidFill>
                  </a:ln>
                  <a:noFill/>
                  <a:latin typeface="+mj-lt"/>
                </a:rPr>
                <a:t>3</a:t>
              </a:r>
              <a:endParaRPr lang="zh-CN" sz="8000" b="1" dirty="0">
                <a:ln>
                  <a:solidFill>
                    <a:schemeClr val="bg1"/>
                  </a:solidFill>
                </a:ln>
                <a:noFill/>
                <a:latin typeface="+mj-lt"/>
              </a:endParaRPr>
            </a:p>
          </p:txBody>
        </p:sp>
        <p:sp>
          <p:nvSpPr>
            <p:cNvPr id="24" name="TextBox 23">
              <a:extLst>
                <a:ext uri="{FF2B5EF4-FFF2-40B4-BE49-F238E27FC236}">
                  <a16:creationId xmlns:a16="http://schemas.microsoft.com/office/drawing/2014/main" id="{00A6BEC3-4FC9-F53E-A3CA-424D8B910C7E}"/>
                </a:ext>
              </a:extLst>
            </p:cNvPr>
            <p:cNvSpPr txBox="1"/>
            <p:nvPr/>
          </p:nvSpPr>
          <p:spPr>
            <a:xfrm>
              <a:off x="1696516" y="2119602"/>
              <a:ext cx="2950726" cy="594009"/>
            </a:xfrm>
            <a:prstGeom prst="rect">
              <a:avLst/>
            </a:prstGeom>
          </p:spPr>
          <p:txBody>
            <a:bodyPr vert="horz" wrap="square" lIns="0" tIns="0" rIns="0" bIns="0" rtlCol="0" anchor="b" anchorCtr="0">
              <a:spAutoFit/>
            </a:bodyPr>
            <a:lstStyle/>
            <a:p>
              <a:pPr>
                <a:lnSpc>
                  <a:spcPct val="70000"/>
                </a:lnSpc>
                <a:spcAft>
                  <a:spcPts val="600"/>
                </a:spcAft>
              </a:pPr>
              <a:r>
                <a:rPr lang="zh-CN" altLang="en-US" sz="2400" b="1" dirty="0">
                  <a:solidFill>
                    <a:schemeClr val="bg1"/>
                  </a:solidFill>
                  <a:latin typeface="KPMG Bold"/>
                  <a:ea typeface="+mn-lt"/>
                  <a:cs typeface="+mn-lt"/>
                </a:rPr>
                <a:t>实施方案</a:t>
              </a:r>
              <a:endParaRPr lang="en-US" altLang="zh-CN" sz="2400" b="1" dirty="0">
                <a:solidFill>
                  <a:schemeClr val="bg1"/>
                </a:solidFill>
                <a:latin typeface="KPMG Bold"/>
                <a:ea typeface="+mn-lt"/>
                <a:cs typeface="+mn-lt"/>
              </a:endParaRPr>
            </a:p>
            <a:p>
              <a:pPr>
                <a:lnSpc>
                  <a:spcPct val="70000"/>
                </a:lnSpc>
                <a:spcAft>
                  <a:spcPts val="600"/>
                </a:spcAft>
              </a:pPr>
              <a:r>
                <a:rPr lang="en-US" altLang="zh-CN" sz="2400" b="1" dirty="0">
                  <a:solidFill>
                    <a:schemeClr val="bg1"/>
                  </a:solidFill>
                  <a:latin typeface="KPMG Bold"/>
                  <a:ea typeface="+mn-lt"/>
                  <a:cs typeface="+mn-lt"/>
                </a:rPr>
                <a:t>consulting solution</a:t>
              </a:r>
              <a:endParaRPr lang="zh-CN" sz="2400" dirty="0">
                <a:solidFill>
                  <a:schemeClr val="bg1"/>
                </a:solidFill>
                <a:latin typeface="KPMG Bold"/>
              </a:endParaRPr>
            </a:p>
          </p:txBody>
        </p:sp>
        <p:sp>
          <p:nvSpPr>
            <p:cNvPr id="25" name="Rectangle 24">
              <a:extLst>
                <a:ext uri="{FF2B5EF4-FFF2-40B4-BE49-F238E27FC236}">
                  <a16:creationId xmlns:a16="http://schemas.microsoft.com/office/drawing/2014/main" id="{A760C0F2-EEB7-875F-A829-794D3017E9D5}"/>
                </a:ext>
              </a:extLst>
            </p:cNvPr>
            <p:cNvSpPr/>
            <p:nvPr/>
          </p:nvSpPr>
          <p:spPr>
            <a:xfrm>
              <a:off x="1233489" y="2614601"/>
              <a:ext cx="384048" cy="11756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zh-CN" sz="1000" dirty="0">
                <a:solidFill>
                  <a:schemeClr val="bg1"/>
                </a:solidFill>
              </a:endParaRPr>
            </a:p>
          </p:txBody>
        </p:sp>
      </p:grpSp>
      <p:grpSp>
        <p:nvGrpSpPr>
          <p:cNvPr id="55" name="Group 54">
            <a:extLst>
              <a:ext uri="{FF2B5EF4-FFF2-40B4-BE49-F238E27FC236}">
                <a16:creationId xmlns:a16="http://schemas.microsoft.com/office/drawing/2014/main" id="{88C47AA7-B293-3E87-2CB0-605965120BBE}"/>
              </a:ext>
            </a:extLst>
          </p:cNvPr>
          <p:cNvGrpSpPr/>
          <p:nvPr/>
        </p:nvGrpSpPr>
        <p:grpSpPr>
          <a:xfrm>
            <a:off x="1124632" y="1883859"/>
            <a:ext cx="2452834" cy="976976"/>
            <a:chOff x="1233489" y="1755190"/>
            <a:chExt cx="2452834" cy="976976"/>
          </a:xfrm>
        </p:grpSpPr>
        <p:sp>
          <p:nvSpPr>
            <p:cNvPr id="56" name="TextBox 55">
              <a:extLst>
                <a:ext uri="{FF2B5EF4-FFF2-40B4-BE49-F238E27FC236}">
                  <a16:creationId xmlns:a16="http://schemas.microsoft.com/office/drawing/2014/main" id="{ACB81209-1C1F-36FE-46F7-49B64DC604E7}"/>
                </a:ext>
              </a:extLst>
            </p:cNvPr>
            <p:cNvSpPr txBox="1"/>
            <p:nvPr/>
          </p:nvSpPr>
          <p:spPr>
            <a:xfrm>
              <a:off x="1233489" y="1755190"/>
              <a:ext cx="384048" cy="734917"/>
            </a:xfrm>
            <a:prstGeom prst="rect">
              <a:avLst/>
            </a:prstGeom>
            <a:noFill/>
            <a:ln>
              <a:noFill/>
            </a:ln>
          </p:spPr>
          <p:txBody>
            <a:bodyPr vert="horz" wrap="square" lIns="0" tIns="0" rIns="0" bIns="0" rtlCol="0" anchor="t" anchorCtr="0">
              <a:noAutofit/>
            </a:bodyPr>
            <a:lstStyle/>
            <a:p>
              <a:pPr algn="l">
                <a:lnSpc>
                  <a:spcPct val="70000"/>
                </a:lnSpc>
                <a:spcAft>
                  <a:spcPts val="600"/>
                </a:spcAft>
              </a:pPr>
              <a:r>
                <a:rPr lang="zh-CN" sz="8000" b="1" dirty="0">
                  <a:ln>
                    <a:solidFill>
                      <a:schemeClr val="bg1"/>
                    </a:solidFill>
                  </a:ln>
                  <a:noFill/>
                  <a:latin typeface="+mj-lt"/>
                </a:rPr>
                <a:t>1</a:t>
              </a:r>
            </a:p>
          </p:txBody>
        </p:sp>
        <p:sp>
          <p:nvSpPr>
            <p:cNvPr id="57" name="TextBox 56">
              <a:extLst>
                <a:ext uri="{FF2B5EF4-FFF2-40B4-BE49-F238E27FC236}">
                  <a16:creationId xmlns:a16="http://schemas.microsoft.com/office/drawing/2014/main" id="{386CC5F7-6A4B-178A-51DD-C2B9FB3C6533}"/>
                </a:ext>
              </a:extLst>
            </p:cNvPr>
            <p:cNvSpPr txBox="1"/>
            <p:nvPr/>
          </p:nvSpPr>
          <p:spPr>
            <a:xfrm>
              <a:off x="1773403" y="1903025"/>
              <a:ext cx="1912920" cy="594009"/>
            </a:xfrm>
            <a:prstGeom prst="rect">
              <a:avLst/>
            </a:prstGeom>
          </p:spPr>
          <p:txBody>
            <a:bodyPr vert="horz" wrap="square" lIns="0" tIns="0" rIns="0" bIns="0" rtlCol="0" anchor="b" anchorCtr="0">
              <a:spAutoFit/>
            </a:bodyPr>
            <a:lstStyle/>
            <a:p>
              <a:pPr algn="l">
                <a:lnSpc>
                  <a:spcPct val="70000"/>
                </a:lnSpc>
                <a:spcAft>
                  <a:spcPts val="600"/>
                </a:spcAft>
              </a:pPr>
              <a:r>
                <a:rPr lang="zh-CN" altLang="en-US" sz="2400" b="1" dirty="0">
                  <a:solidFill>
                    <a:schemeClr val="bg1"/>
                  </a:solidFill>
                  <a:latin typeface="KPMG Bold" panose="020B0403030202040204" pitchFamily="34" charset="0"/>
                  <a:ea typeface="Microsoft YaHei UI" panose="020B0503020204020204" pitchFamily="34" charset="-122"/>
                </a:rPr>
                <a:t>毕马威</a:t>
              </a:r>
              <a:r>
                <a:rPr lang="zh-CN" sz="2400" b="1" dirty="0">
                  <a:solidFill>
                    <a:schemeClr val="bg1"/>
                  </a:solidFill>
                  <a:latin typeface="Microsoft YaHei UI" panose="020B0503020204020204" pitchFamily="34" charset="-122"/>
                  <a:ea typeface="Microsoft YaHei UI" panose="020B0503020204020204" pitchFamily="34" charset="-122"/>
                </a:rPr>
                <a:t>介绍</a:t>
              </a:r>
              <a:endParaRPr lang="en-US" altLang="zh-CN" sz="2400" b="1" dirty="0">
                <a:solidFill>
                  <a:schemeClr val="bg1"/>
                </a:solidFill>
                <a:latin typeface="KPMG Bold"/>
                <a:ea typeface="+mn-lt"/>
                <a:cs typeface="+mn-lt"/>
              </a:endParaRPr>
            </a:p>
            <a:p>
              <a:pPr algn="l">
                <a:lnSpc>
                  <a:spcPct val="70000"/>
                </a:lnSpc>
                <a:spcAft>
                  <a:spcPts val="600"/>
                </a:spcAft>
              </a:pPr>
              <a:r>
                <a:rPr lang="en-US" altLang="zh-CN" sz="2400" b="1" dirty="0">
                  <a:solidFill>
                    <a:schemeClr val="bg1"/>
                  </a:solidFill>
                  <a:latin typeface="+mj-lt"/>
                </a:rPr>
                <a:t>The KPMG difference</a:t>
              </a:r>
              <a:r>
                <a:rPr lang="zh-CN" sz="2400" b="1" dirty="0">
                  <a:solidFill>
                    <a:schemeClr val="bg1"/>
                  </a:solidFill>
                  <a:latin typeface="+mj-lt"/>
                </a:rPr>
                <a:t> </a:t>
              </a:r>
            </a:p>
          </p:txBody>
        </p:sp>
        <p:sp>
          <p:nvSpPr>
            <p:cNvPr id="58" name="Rectangle 57">
              <a:extLst>
                <a:ext uri="{FF2B5EF4-FFF2-40B4-BE49-F238E27FC236}">
                  <a16:creationId xmlns:a16="http://schemas.microsoft.com/office/drawing/2014/main" id="{C2CFC723-0991-93B5-E359-A8FEBA09C0EA}"/>
                </a:ext>
              </a:extLst>
            </p:cNvPr>
            <p:cNvSpPr/>
            <p:nvPr/>
          </p:nvSpPr>
          <p:spPr>
            <a:xfrm>
              <a:off x="1233489" y="2614601"/>
              <a:ext cx="384048" cy="11756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zh-CN" sz="1000" dirty="0">
                <a:solidFill>
                  <a:schemeClr val="bg1"/>
                </a:solidFill>
              </a:endParaRPr>
            </a:p>
          </p:txBody>
        </p:sp>
      </p:grpSp>
      <p:grpSp>
        <p:nvGrpSpPr>
          <p:cNvPr id="59" name="Group 58">
            <a:extLst>
              <a:ext uri="{FF2B5EF4-FFF2-40B4-BE49-F238E27FC236}">
                <a16:creationId xmlns:a16="http://schemas.microsoft.com/office/drawing/2014/main" id="{2EA28222-CDA9-5CB8-7AA8-087BA622D164}"/>
              </a:ext>
            </a:extLst>
          </p:cNvPr>
          <p:cNvGrpSpPr/>
          <p:nvPr/>
        </p:nvGrpSpPr>
        <p:grpSpPr>
          <a:xfrm>
            <a:off x="5600677" y="3849331"/>
            <a:ext cx="3892903" cy="976976"/>
            <a:chOff x="1233489" y="1755190"/>
            <a:chExt cx="3892903" cy="976976"/>
          </a:xfrm>
        </p:grpSpPr>
        <p:sp>
          <p:nvSpPr>
            <p:cNvPr id="60" name="TextBox 59">
              <a:extLst>
                <a:ext uri="{FF2B5EF4-FFF2-40B4-BE49-F238E27FC236}">
                  <a16:creationId xmlns:a16="http://schemas.microsoft.com/office/drawing/2014/main" id="{D4D00392-BAEC-AA31-DA75-A8AC35112027}"/>
                </a:ext>
              </a:extLst>
            </p:cNvPr>
            <p:cNvSpPr txBox="1"/>
            <p:nvPr/>
          </p:nvSpPr>
          <p:spPr>
            <a:xfrm>
              <a:off x="1233489" y="1755190"/>
              <a:ext cx="384048" cy="734917"/>
            </a:xfrm>
            <a:prstGeom prst="rect">
              <a:avLst/>
            </a:prstGeom>
            <a:noFill/>
            <a:ln>
              <a:noFill/>
            </a:ln>
          </p:spPr>
          <p:txBody>
            <a:bodyPr vert="horz" wrap="square" lIns="0" tIns="0" rIns="0" bIns="0" rtlCol="0" anchor="t" anchorCtr="0">
              <a:noAutofit/>
            </a:bodyPr>
            <a:lstStyle/>
            <a:p>
              <a:pPr algn="l">
                <a:lnSpc>
                  <a:spcPct val="70000"/>
                </a:lnSpc>
                <a:spcAft>
                  <a:spcPts val="600"/>
                </a:spcAft>
              </a:pPr>
              <a:r>
                <a:rPr lang="en-US" altLang="zh-CN" sz="8000" b="1" dirty="0">
                  <a:ln>
                    <a:solidFill>
                      <a:schemeClr val="bg1"/>
                    </a:solidFill>
                  </a:ln>
                  <a:noFill/>
                  <a:latin typeface="+mj-lt"/>
                </a:rPr>
                <a:t>4</a:t>
              </a:r>
              <a:endParaRPr lang="zh-CN" sz="8000" b="1" dirty="0">
                <a:ln>
                  <a:solidFill>
                    <a:schemeClr val="bg1"/>
                  </a:solidFill>
                </a:ln>
                <a:noFill/>
                <a:latin typeface="+mj-lt"/>
              </a:endParaRPr>
            </a:p>
          </p:txBody>
        </p:sp>
        <p:sp>
          <p:nvSpPr>
            <p:cNvPr id="61" name="TextBox 60">
              <a:extLst>
                <a:ext uri="{FF2B5EF4-FFF2-40B4-BE49-F238E27FC236}">
                  <a16:creationId xmlns:a16="http://schemas.microsoft.com/office/drawing/2014/main" id="{BC511B92-B0A3-EC04-D60F-75FBA7CA88DD}"/>
                </a:ext>
              </a:extLst>
            </p:cNvPr>
            <p:cNvSpPr txBox="1"/>
            <p:nvPr/>
          </p:nvSpPr>
          <p:spPr>
            <a:xfrm>
              <a:off x="1684567" y="2078993"/>
              <a:ext cx="3441825" cy="594009"/>
            </a:xfrm>
            <a:prstGeom prst="rect">
              <a:avLst/>
            </a:prstGeom>
          </p:spPr>
          <p:txBody>
            <a:bodyPr vert="horz" wrap="square" lIns="0" tIns="0" rIns="0" bIns="0" rtlCol="0" anchor="b" anchorCtr="0">
              <a:spAutoFit/>
            </a:bodyPr>
            <a:lstStyle/>
            <a:p>
              <a:pPr>
                <a:lnSpc>
                  <a:spcPct val="70000"/>
                </a:lnSpc>
                <a:spcAft>
                  <a:spcPts val="600"/>
                </a:spcAft>
              </a:pPr>
              <a:r>
                <a:rPr lang="zh-CN" altLang="en-CN" sz="2400" b="1" dirty="0">
                  <a:solidFill>
                    <a:schemeClr val="bg1"/>
                  </a:solidFill>
                  <a:latin typeface="KPMG Bold"/>
                  <a:ea typeface="+mn-lt"/>
                  <a:cs typeface="+mn-lt"/>
                </a:rPr>
                <a:t>案例</a:t>
              </a:r>
              <a:r>
                <a:rPr lang="zh-CN" altLang="en-US" sz="2400" b="1" dirty="0">
                  <a:solidFill>
                    <a:schemeClr val="bg1"/>
                  </a:solidFill>
                  <a:latin typeface="KPMG Bold"/>
                  <a:ea typeface="+mn-lt"/>
                  <a:cs typeface="+mn-lt"/>
                </a:rPr>
                <a:t>分享</a:t>
              </a:r>
              <a:endParaRPr lang="en-US" altLang="zh-CN" sz="2400" b="1" dirty="0">
                <a:solidFill>
                  <a:schemeClr val="bg1"/>
                </a:solidFill>
                <a:latin typeface="KPMG Bold"/>
                <a:ea typeface="+mn-lt"/>
                <a:cs typeface="+mn-lt"/>
              </a:endParaRPr>
            </a:p>
            <a:p>
              <a:pPr>
                <a:lnSpc>
                  <a:spcPct val="70000"/>
                </a:lnSpc>
                <a:spcAft>
                  <a:spcPts val="600"/>
                </a:spcAft>
              </a:pPr>
              <a:r>
                <a:rPr lang="en-US" altLang="zh-CN" sz="2400" b="1" dirty="0">
                  <a:solidFill>
                    <a:schemeClr val="bg1"/>
                  </a:solidFill>
                  <a:latin typeface="KPMG Bold"/>
                  <a:ea typeface="+mn-lt"/>
                  <a:cs typeface="+mn-lt"/>
                </a:rPr>
                <a:t>Case Sharing</a:t>
              </a:r>
            </a:p>
          </p:txBody>
        </p:sp>
        <p:sp>
          <p:nvSpPr>
            <p:cNvPr id="62" name="Rectangle 61">
              <a:extLst>
                <a:ext uri="{FF2B5EF4-FFF2-40B4-BE49-F238E27FC236}">
                  <a16:creationId xmlns:a16="http://schemas.microsoft.com/office/drawing/2014/main" id="{C71F99FE-ED17-9D7A-3145-BC45800760FF}"/>
                </a:ext>
              </a:extLst>
            </p:cNvPr>
            <p:cNvSpPr/>
            <p:nvPr/>
          </p:nvSpPr>
          <p:spPr>
            <a:xfrm>
              <a:off x="1233489" y="2614601"/>
              <a:ext cx="384048" cy="11756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zh-CN" sz="1000" dirty="0">
                <a:solidFill>
                  <a:schemeClr val="bg1"/>
                </a:solidFill>
              </a:endParaRPr>
            </a:p>
          </p:txBody>
        </p:sp>
      </p:grpSp>
      <p:grpSp>
        <p:nvGrpSpPr>
          <p:cNvPr id="67" name="Group 66">
            <a:extLst>
              <a:ext uri="{FF2B5EF4-FFF2-40B4-BE49-F238E27FC236}">
                <a16:creationId xmlns:a16="http://schemas.microsoft.com/office/drawing/2014/main" id="{AB88909B-FEAE-7EE1-22C2-B7DC8C4ADB07}"/>
              </a:ext>
            </a:extLst>
          </p:cNvPr>
          <p:cNvGrpSpPr/>
          <p:nvPr/>
        </p:nvGrpSpPr>
        <p:grpSpPr>
          <a:xfrm>
            <a:off x="5600677" y="1883859"/>
            <a:ext cx="4538293" cy="976976"/>
            <a:chOff x="1233489" y="1755190"/>
            <a:chExt cx="2524192" cy="976976"/>
          </a:xfrm>
        </p:grpSpPr>
        <p:sp>
          <p:nvSpPr>
            <p:cNvPr id="68" name="TextBox 67">
              <a:extLst>
                <a:ext uri="{FF2B5EF4-FFF2-40B4-BE49-F238E27FC236}">
                  <a16:creationId xmlns:a16="http://schemas.microsoft.com/office/drawing/2014/main" id="{DE6D6A9D-F26D-C701-01D6-CFC2C9E1DBD0}"/>
                </a:ext>
              </a:extLst>
            </p:cNvPr>
            <p:cNvSpPr txBox="1"/>
            <p:nvPr/>
          </p:nvSpPr>
          <p:spPr>
            <a:xfrm>
              <a:off x="1233489" y="1755190"/>
              <a:ext cx="384048" cy="734917"/>
            </a:xfrm>
            <a:prstGeom prst="rect">
              <a:avLst/>
            </a:prstGeom>
            <a:noFill/>
            <a:ln>
              <a:noFill/>
            </a:ln>
          </p:spPr>
          <p:txBody>
            <a:bodyPr vert="horz" wrap="square" lIns="0" tIns="0" rIns="0" bIns="0" rtlCol="0" anchor="t" anchorCtr="0">
              <a:noAutofit/>
            </a:bodyPr>
            <a:lstStyle/>
            <a:p>
              <a:pPr algn="l">
                <a:lnSpc>
                  <a:spcPct val="70000"/>
                </a:lnSpc>
                <a:spcAft>
                  <a:spcPts val="600"/>
                </a:spcAft>
              </a:pPr>
              <a:r>
                <a:rPr lang="en-US" altLang="zh-CN" sz="8000" b="1" dirty="0">
                  <a:ln>
                    <a:solidFill>
                      <a:schemeClr val="bg1"/>
                    </a:solidFill>
                  </a:ln>
                  <a:noFill/>
                  <a:latin typeface="+mj-lt"/>
                </a:rPr>
                <a:t>2</a:t>
              </a:r>
              <a:endParaRPr lang="zh-CN" sz="8000" b="1" dirty="0">
                <a:ln>
                  <a:solidFill>
                    <a:schemeClr val="bg1"/>
                  </a:solidFill>
                </a:ln>
                <a:noFill/>
                <a:latin typeface="+mj-lt"/>
              </a:endParaRPr>
            </a:p>
          </p:txBody>
        </p:sp>
        <p:sp>
          <p:nvSpPr>
            <p:cNvPr id="69" name="TextBox 68">
              <a:extLst>
                <a:ext uri="{FF2B5EF4-FFF2-40B4-BE49-F238E27FC236}">
                  <a16:creationId xmlns:a16="http://schemas.microsoft.com/office/drawing/2014/main" id="{C8CE86BA-0588-9791-8D42-AA47F41441BC}"/>
                </a:ext>
              </a:extLst>
            </p:cNvPr>
            <p:cNvSpPr txBox="1"/>
            <p:nvPr/>
          </p:nvSpPr>
          <p:spPr>
            <a:xfrm>
              <a:off x="1531685" y="1869567"/>
              <a:ext cx="2225996" cy="594009"/>
            </a:xfrm>
            <a:prstGeom prst="rect">
              <a:avLst/>
            </a:prstGeom>
          </p:spPr>
          <p:txBody>
            <a:bodyPr vert="horz" wrap="square" lIns="0" tIns="0" rIns="0" bIns="0" rtlCol="0" anchor="b" anchorCtr="0">
              <a:spAutoFit/>
            </a:bodyPr>
            <a:lstStyle/>
            <a:p>
              <a:pPr>
                <a:lnSpc>
                  <a:spcPct val="70000"/>
                </a:lnSpc>
                <a:spcAft>
                  <a:spcPts val="600"/>
                </a:spcAft>
              </a:pPr>
              <a:r>
                <a:rPr lang="zh-CN" altLang="en-CN" sz="2400" b="1" dirty="0">
                  <a:solidFill>
                    <a:schemeClr val="bg1"/>
                  </a:solidFill>
                  <a:latin typeface="Microsoft YaHei UI" panose="020B0503020204020204" pitchFamily="34" charset="-122"/>
                  <a:ea typeface="Microsoft YaHei UI" panose="020B0503020204020204" pitchFamily="34" charset="-122"/>
                </a:rPr>
                <a:t>咨询</a:t>
              </a:r>
              <a:r>
                <a:rPr lang="zh-CN" altLang="en-US" sz="2400" b="1" dirty="0">
                  <a:solidFill>
                    <a:schemeClr val="bg1"/>
                  </a:solidFill>
                  <a:latin typeface="Microsoft YaHei UI" panose="020B0503020204020204" pitchFamily="34" charset="-122"/>
                  <a:ea typeface="Microsoft YaHei UI" panose="020B0503020204020204" pitchFamily="34" charset="-122"/>
                </a:rPr>
                <a:t>方案</a:t>
              </a:r>
              <a:endParaRPr lang="en-US" altLang="zh-CN" sz="2400" b="1" dirty="0">
                <a:solidFill>
                  <a:schemeClr val="bg1"/>
                </a:solidFill>
                <a:latin typeface="Microsoft YaHei UI" panose="020B0503020204020204" pitchFamily="34" charset="-122"/>
                <a:ea typeface="Microsoft YaHei UI" panose="020B0503020204020204" pitchFamily="34" charset="-122"/>
              </a:endParaRPr>
            </a:p>
            <a:p>
              <a:pPr>
                <a:lnSpc>
                  <a:spcPct val="70000"/>
                </a:lnSpc>
                <a:spcAft>
                  <a:spcPts val="600"/>
                </a:spcAft>
              </a:pPr>
              <a:r>
                <a:rPr lang="en-US" altLang="zh-CN" sz="2400" b="1" dirty="0">
                  <a:solidFill>
                    <a:schemeClr val="bg1"/>
                  </a:solidFill>
                  <a:latin typeface="KPMG Bold"/>
                  <a:ea typeface="+mn-lt"/>
                  <a:cs typeface="+mn-lt"/>
                </a:rPr>
                <a:t>solution</a:t>
              </a:r>
              <a:endParaRPr lang="zh-CN" sz="2400" b="1" dirty="0">
                <a:solidFill>
                  <a:schemeClr val="bg1"/>
                </a:solidFill>
                <a:latin typeface="+mj-lt"/>
              </a:endParaRPr>
            </a:p>
          </p:txBody>
        </p:sp>
        <p:sp>
          <p:nvSpPr>
            <p:cNvPr id="70" name="Rectangle 69">
              <a:extLst>
                <a:ext uri="{FF2B5EF4-FFF2-40B4-BE49-F238E27FC236}">
                  <a16:creationId xmlns:a16="http://schemas.microsoft.com/office/drawing/2014/main" id="{BF03624B-40BE-D222-7303-935370055AB7}"/>
                </a:ext>
              </a:extLst>
            </p:cNvPr>
            <p:cNvSpPr/>
            <p:nvPr/>
          </p:nvSpPr>
          <p:spPr>
            <a:xfrm>
              <a:off x="1233489" y="2614601"/>
              <a:ext cx="242976" cy="11756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zh-CN" sz="1000" dirty="0">
                <a:solidFill>
                  <a:schemeClr val="bg1"/>
                </a:solidFill>
              </a:endParaRPr>
            </a:p>
          </p:txBody>
        </p:sp>
      </p:grpSp>
    </p:spTree>
    <p:extLst>
      <p:ext uri="{BB962C8B-B14F-4D97-AF65-F5344CB8AC3E}">
        <p14:creationId xmlns:p14="http://schemas.microsoft.com/office/powerpoint/2010/main" val="3736736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1E81E51-01F0-A0B5-C760-3F1C3237B1FA}"/>
              </a:ext>
            </a:extLst>
          </p:cNvPr>
          <p:cNvGraphicFramePr>
            <a:graphicFrameLocks/>
          </p:cNvGraphicFramePr>
          <p:nvPr>
            <p:custDataLst>
              <p:tags r:id="rId1"/>
            </p:custDataLst>
            <p:extLst>
              <p:ext uri="{D42A27DB-BD31-4B8C-83A1-F6EECF244321}">
                <p14:modId xmlns:p14="http://schemas.microsoft.com/office/powerpoint/2010/main" val="153039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242BD34-E025-59B8-F10C-B7BA0747B0C4}"/>
              </a:ext>
            </a:extLst>
          </p:cNvPr>
          <p:cNvSpPr>
            <a:spLocks noGrp="1"/>
          </p:cNvSpPr>
          <p:nvPr>
            <p:ph type="ctrTitle"/>
          </p:nvPr>
        </p:nvSpPr>
        <p:spPr/>
        <p:txBody>
          <a:bodyPr vert="horz" rIns="0"/>
          <a:lstStyle/>
          <a:p>
            <a:pPr>
              <a:lnSpc>
                <a:spcPct val="100000"/>
              </a:lnSpc>
            </a:pPr>
            <a:r>
              <a:rPr lang="zh-CN" altLang="en-US" sz="4800" b="1" dirty="0">
                <a:latin typeface="Microsoft YaHei UI" panose="020B0503020204020204" pitchFamily="34" charset="-122"/>
                <a:ea typeface="Microsoft YaHei UI" panose="020B0503020204020204" pitchFamily="34" charset="-122"/>
              </a:rPr>
              <a:t>咨询方案</a:t>
            </a:r>
          </a:p>
        </p:txBody>
      </p:sp>
      <p:sp>
        <p:nvSpPr>
          <p:cNvPr id="3" name="Text Placeholder 2">
            <a:extLst>
              <a:ext uri="{FF2B5EF4-FFF2-40B4-BE49-F238E27FC236}">
                <a16:creationId xmlns:a16="http://schemas.microsoft.com/office/drawing/2014/main" id="{2BC7A219-E8C1-773C-DA9B-FB47DFBE96B4}"/>
              </a:ext>
            </a:extLst>
          </p:cNvPr>
          <p:cNvSpPr>
            <a:spLocks noGrp="1"/>
          </p:cNvSpPr>
          <p:nvPr>
            <p:ph type="body" sz="quarter" idx="10"/>
          </p:nvPr>
        </p:nvSpPr>
        <p:spPr/>
        <p:txBody>
          <a:bodyPr/>
          <a:lstStyle/>
          <a:p>
            <a:r>
              <a:rPr lang="en-US" altLang="zh-CN" dirty="0"/>
              <a:t>02</a:t>
            </a:r>
            <a:endParaRPr lang="zh-CN" altLang="en-US" dirty="0"/>
          </a:p>
        </p:txBody>
      </p:sp>
      <p:sp>
        <p:nvSpPr>
          <p:cNvPr id="4" name="Text Placeholder 3">
            <a:extLst>
              <a:ext uri="{FF2B5EF4-FFF2-40B4-BE49-F238E27FC236}">
                <a16:creationId xmlns:a16="http://schemas.microsoft.com/office/drawing/2014/main" id="{4E882556-3F4C-3FB9-17E8-416C9CCD450B}"/>
              </a:ext>
            </a:extLst>
          </p:cNvPr>
          <p:cNvSpPr>
            <a:spLocks noGrp="1"/>
          </p:cNvSpPr>
          <p:nvPr>
            <p:ph type="body" sz="quarter" idx="11"/>
          </p:nvPr>
        </p:nvSpPr>
        <p:spPr/>
        <p:txBody>
          <a:bodyPr/>
          <a:lstStyle/>
          <a:p>
            <a:r>
              <a:rPr lang="en-US" altLang="zh-CN" sz="1600" dirty="0">
                <a:latin typeface="KPMG Bold"/>
                <a:ea typeface="+mn-lt"/>
                <a:cs typeface="+mn-lt"/>
              </a:rPr>
              <a:t>C-end data center consulting solution</a:t>
            </a:r>
            <a:endParaRPr lang="zh-CN" altLang="en-US" sz="1600" dirty="0">
              <a:latin typeface="KPMG Bold"/>
            </a:endParaRPr>
          </a:p>
          <a:p>
            <a:endParaRPr lang="zh-CN" altLang="en-US" dirty="0"/>
          </a:p>
        </p:txBody>
      </p:sp>
    </p:spTree>
    <p:extLst>
      <p:ext uri="{BB962C8B-B14F-4D97-AF65-F5344CB8AC3E}">
        <p14:creationId xmlns:p14="http://schemas.microsoft.com/office/powerpoint/2010/main" val="299804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
          <p:cNvSpPr>
            <a:spLocks noGrp="1"/>
          </p:cNvSpPr>
          <p:nvPr>
            <p:ph type="body" idx="10"/>
            <p:custDataLst>
              <p:tags r:id="rId1"/>
            </p:custDataLst>
          </p:nvPr>
        </p:nvSpPr>
        <p:spPr>
          <a:xfrm>
            <a:off x="963581" y="3654654"/>
            <a:ext cx="10842627" cy="1772415"/>
          </a:xfrm>
          <a:prstGeom prst="rect">
            <a:avLst/>
          </a:prstGeom>
        </p:spPr>
        <p:txBody>
          <a:bodyPr anchor="t"/>
          <a:lstStyle/>
          <a:p>
            <a:pPr>
              <a:spcAft>
                <a:spcPts val="975"/>
              </a:spcAft>
            </a:pPr>
            <a:r>
              <a:rPr lang="en-GB" altLang="zh-CN" dirty="0">
                <a:ea typeface="微软雅黑"/>
              </a:rPr>
              <a:t>This document has been prepared specifically for Walmart China. It contains confidential or proprietary KPMG information, the disclosure of which would provide a competitive advantage to others. It is not to be used or duplicated for any purpose other than to evaluate KPMG and is not to be disclosed or referred to, in whole or in part, without our prior written consent. The restriction pertains to all data throughout the entire document. </a:t>
            </a:r>
          </a:p>
          <a:p>
            <a:pPr>
              <a:spcAft>
                <a:spcPts val="975"/>
              </a:spcAft>
            </a:pPr>
            <a:r>
              <a:rPr lang="en-GB" altLang="zh-CN" dirty="0">
                <a:ea typeface="微软雅黑"/>
              </a:rPr>
              <a:t>The information contained herein is of a general nature and is not intended to address the circumstances of any particular individual or entity. Although we </a:t>
            </a:r>
            <a:r>
              <a:rPr lang="en-GB" altLang="zh-CN" dirty="0" err="1">
                <a:ea typeface="微软雅黑"/>
              </a:rPr>
              <a:t>endeavor</a:t>
            </a:r>
            <a:r>
              <a:rPr lang="en-GB" altLang="zh-CN" dirty="0">
                <a:ea typeface="微软雅黑"/>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a:spcAft>
                <a:spcPts val="975"/>
              </a:spcAft>
            </a:pPr>
            <a:r>
              <a:rPr lang="en-GB" altLang="zh-CN" dirty="0">
                <a:ea typeface="微软雅黑"/>
              </a:rPr>
              <a:t>© 2025 KPMG </a:t>
            </a:r>
            <a:r>
              <a:rPr lang="en-GB" altLang="zh-CN" dirty="0" err="1">
                <a:ea typeface="微软雅黑"/>
              </a:rPr>
              <a:t>Huazhen</a:t>
            </a:r>
            <a:r>
              <a:rPr lang="en-GB" altLang="zh-CN" dirty="0">
                <a:ea typeface="微软雅黑"/>
              </a:rPr>
              <a:t> LLP, a People's Republic of China partnership, KPMG Advisory (China) Limited, a limited liability company in Mainland China, KPMG, a Macau (SAR) partnership, and KPMG, a Hong Kong (SAR) partnership, are member firms of the KPMG global organisation of independent member firms affiliated with KPMG International Limited, a private English company limited by guarantee. All rights reserved. </a:t>
            </a:r>
          </a:p>
          <a:p>
            <a:pPr>
              <a:spcAft>
                <a:spcPts val="975"/>
              </a:spcAft>
            </a:pPr>
            <a:r>
              <a:rPr lang="en-GB" altLang="zh-CN" dirty="0">
                <a:ea typeface="微软雅黑"/>
              </a:rPr>
              <a:t>The KPMG name and logo are trademarks used under license by the independent member firms of the KPMG global organisation.</a:t>
            </a:r>
          </a:p>
        </p:txBody>
      </p:sp>
      <p:sp>
        <p:nvSpPr>
          <p:cNvPr id="3" name="Text Placeholder 2">
            <a:extLst>
              <a:ext uri="{FF2B5EF4-FFF2-40B4-BE49-F238E27FC236}">
                <a16:creationId xmlns:a16="http://schemas.microsoft.com/office/drawing/2014/main" id="{F6EEA471-6A52-47BC-8B3C-F5BB3B547B3B}"/>
              </a:ext>
            </a:extLst>
          </p:cNvPr>
          <p:cNvSpPr>
            <a:spLocks noGrp="1"/>
          </p:cNvSpPr>
          <p:nvPr>
            <p:ph type="body" idx="14"/>
          </p:nvPr>
        </p:nvSpPr>
        <p:spPr>
          <a:xfrm>
            <a:off x="963582" y="3369119"/>
            <a:ext cx="1959537" cy="285535"/>
          </a:xfrm>
          <a:prstGeom prst="rect">
            <a:avLst/>
          </a:prstGeom>
        </p:spPr>
        <p:txBody>
          <a:bodyPr/>
          <a:lstStyle/>
          <a:p>
            <a:r>
              <a:rPr lang="en-GB" altLang="en-GB" b="0" dirty="0" err="1">
                <a:latin typeface="Microsoft YaHei" panose="020B0503020204020204" pitchFamily="34" charset="-122"/>
                <a:ea typeface="微软雅黑"/>
              </a:rPr>
              <a:t>kpmg.com</a:t>
            </a:r>
            <a:r>
              <a:rPr lang="en-GB" altLang="en-GB" b="0" dirty="0">
                <a:latin typeface="Microsoft YaHei" panose="020B0503020204020204" pitchFamily="34" charset="-122"/>
                <a:ea typeface="微软雅黑"/>
              </a:rPr>
              <a:t>/</a:t>
            </a:r>
            <a:r>
              <a:rPr lang="en-GB" altLang="en-GB" b="0" dirty="0" err="1">
                <a:latin typeface="Microsoft YaHei" panose="020B0503020204020204" pitchFamily="34" charset="-122"/>
                <a:ea typeface="微软雅黑"/>
              </a:rPr>
              <a:t>socialmedia</a:t>
            </a:r>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a:p>
            <a:endParaRPr lang="en-GB" altLang="en-GB" b="0" dirty="0">
              <a:latin typeface="Microsoft YaHei" panose="020B0503020204020204" pitchFamily="34" charset="-122"/>
              <a:ea typeface="微软雅黑"/>
              <a:hlinkClick r:id="" action="ppaction://noaction"/>
            </a:endParaRPr>
          </a:p>
        </p:txBody>
      </p:sp>
      <p:grpSp>
        <p:nvGrpSpPr>
          <p:cNvPr id="2" name="Group 1">
            <a:extLst>
              <a:ext uri="{FF2B5EF4-FFF2-40B4-BE49-F238E27FC236}">
                <a16:creationId xmlns:a16="http://schemas.microsoft.com/office/drawing/2014/main" id="{05B758F9-0B11-5ACD-0693-69D14C292B00}"/>
              </a:ext>
            </a:extLst>
          </p:cNvPr>
          <p:cNvGrpSpPr/>
          <p:nvPr/>
        </p:nvGrpSpPr>
        <p:grpSpPr>
          <a:xfrm>
            <a:off x="963581" y="1320916"/>
            <a:ext cx="3363908" cy="1144800"/>
            <a:chOff x="4878937" y="1719580"/>
            <a:chExt cx="3363908" cy="1144800"/>
          </a:xfrm>
        </p:grpSpPr>
        <p:pic>
          <p:nvPicPr>
            <p:cNvPr id="4" name="Picture 3">
              <a:extLst>
                <a:ext uri="{FF2B5EF4-FFF2-40B4-BE49-F238E27FC236}">
                  <a16:creationId xmlns:a16="http://schemas.microsoft.com/office/drawing/2014/main" id="{00482522-A0E0-679E-2C32-376053AC8259}"/>
                </a:ext>
              </a:extLst>
            </p:cNvPr>
            <p:cNvPicPr>
              <a:picLocks noChangeAspect="1"/>
            </p:cNvPicPr>
            <p:nvPr/>
          </p:nvPicPr>
          <p:blipFill>
            <a:blip r:embed="rId3">
              <a:extLst>
                <a:ext uri="{28A0092B-C50C-407E-A947-70E740481C1C}">
                  <a14:useLocalDpi xmlns:a14="http://schemas.microsoft.com/office/drawing/2010/main" val="0"/>
                </a:ext>
              </a:extLst>
            </a:blip>
            <a:srcRect t="100" b="100"/>
            <a:stretch/>
          </p:blipFill>
          <p:spPr>
            <a:xfrm>
              <a:off x="4878937" y="1719580"/>
              <a:ext cx="972527" cy="1144800"/>
            </a:xfrm>
            <a:prstGeom prst="ellipse">
              <a:avLst/>
            </a:prstGeom>
          </p:spPr>
        </p:pic>
        <p:sp>
          <p:nvSpPr>
            <p:cNvPr id="5" name="object 9">
              <a:extLst>
                <a:ext uri="{FF2B5EF4-FFF2-40B4-BE49-F238E27FC236}">
                  <a16:creationId xmlns:a16="http://schemas.microsoft.com/office/drawing/2014/main" id="{DE6EB62B-F148-595B-E22B-EFEB7BE7A654}"/>
                </a:ext>
              </a:extLst>
            </p:cNvPr>
            <p:cNvSpPr txBox="1"/>
            <p:nvPr/>
          </p:nvSpPr>
          <p:spPr>
            <a:xfrm>
              <a:off x="5974845" y="1938025"/>
              <a:ext cx="2165159" cy="382797"/>
            </a:xfrm>
            <a:prstGeom prst="rect">
              <a:avLst/>
            </a:prstGeom>
          </p:spPr>
          <p:txBody>
            <a:bodyPr vert="horz" wrap="square" lIns="0" tIns="13335" rIns="0" bIns="0" rtlCol="0">
              <a:spAutoFit/>
            </a:bodyPr>
            <a:lstStyle/>
            <a:p>
              <a:pPr marL="12700">
                <a:spcAft>
                  <a:spcPts val="600"/>
                </a:spcAft>
              </a:pPr>
              <a:r>
                <a:rPr lang="zh-TW" altLang="en-US" sz="2400" b="1" spc="-5" dirty="0">
                  <a:solidFill>
                    <a:schemeClr val="bg1"/>
                  </a:solidFill>
                  <a:ea typeface="微软雅黑" panose="020B0503020204020204" pitchFamily="34" charset="-122"/>
                  <a:cs typeface="Arial"/>
                </a:rPr>
                <a:t>郭良</a:t>
              </a:r>
              <a:r>
                <a:rPr lang="en-GB" altLang="zh-CN" sz="2400" b="1" spc="-5" dirty="0">
                  <a:solidFill>
                    <a:schemeClr val="bg1"/>
                  </a:solidFill>
                  <a:ea typeface="微软雅黑" panose="020B0503020204020204" pitchFamily="34" charset="-122"/>
                  <a:cs typeface="Arial"/>
                </a:rPr>
                <a:t> </a:t>
              </a:r>
              <a:r>
                <a:rPr lang="en-US" altLang="zh-CN" sz="2400" b="1" spc="-5" dirty="0">
                  <a:solidFill>
                    <a:schemeClr val="bg1"/>
                  </a:solidFill>
                  <a:latin typeface="+mj-lt"/>
                  <a:ea typeface="微软雅黑" panose="020B0503020204020204" pitchFamily="34" charset="-122"/>
                  <a:cs typeface="Arial"/>
                </a:rPr>
                <a:t>George Guo</a:t>
              </a:r>
              <a:endParaRPr lang="en-GB" sz="2400" b="1" spc="-5" dirty="0">
                <a:solidFill>
                  <a:schemeClr val="bg1"/>
                </a:solidFill>
                <a:latin typeface="+mj-lt"/>
                <a:ea typeface="微软雅黑" panose="020B0503020204020204" pitchFamily="34" charset="-122"/>
                <a:cs typeface="Arial"/>
              </a:endParaRPr>
            </a:p>
          </p:txBody>
        </p:sp>
        <p:sp>
          <p:nvSpPr>
            <p:cNvPr id="6" name="object 9">
              <a:extLst>
                <a:ext uri="{FF2B5EF4-FFF2-40B4-BE49-F238E27FC236}">
                  <a16:creationId xmlns:a16="http://schemas.microsoft.com/office/drawing/2014/main" id="{3FFEFA66-8049-CB13-F21F-5B8112ED1B4C}"/>
                </a:ext>
              </a:extLst>
            </p:cNvPr>
            <p:cNvSpPr txBox="1"/>
            <p:nvPr/>
          </p:nvSpPr>
          <p:spPr>
            <a:xfrm>
              <a:off x="5974845" y="2394700"/>
              <a:ext cx="2268000" cy="469680"/>
            </a:xfrm>
            <a:prstGeom prst="rect">
              <a:avLst/>
            </a:prstGeom>
          </p:spPr>
          <p:txBody>
            <a:bodyPr vert="horz" wrap="square" lIns="0" tIns="13335" rIns="0" bIns="0" rtlCol="0">
              <a:spAutoFit/>
            </a:bodyPr>
            <a:lstStyle/>
            <a:p>
              <a:pPr marL="12700">
                <a:lnSpc>
                  <a:spcPct val="150000"/>
                </a:lnSpc>
                <a:spcBef>
                  <a:spcPts val="5"/>
                </a:spcBef>
              </a:pPr>
              <a:r>
                <a:rPr lang="zh-CN" altLang="en-US" sz="1050" b="1" spc="-5" dirty="0">
                  <a:solidFill>
                    <a:schemeClr val="bg1"/>
                  </a:solidFill>
                  <a:latin typeface="微软雅黑" panose="020B0503020204020204" pitchFamily="34" charset="-122"/>
                  <a:ea typeface="微软雅黑" panose="020B0503020204020204" pitchFamily="34" charset="-122"/>
                  <a:cs typeface="Arial"/>
                </a:rPr>
                <a:t>总监，数字化赋能服务</a:t>
              </a:r>
              <a:endParaRPr lang="en-GB" altLang="zh-CN" sz="1050" b="1" spc="-5" dirty="0">
                <a:solidFill>
                  <a:schemeClr val="bg1"/>
                </a:solidFill>
                <a:latin typeface="微软雅黑" panose="020B0503020204020204" pitchFamily="34" charset="-122"/>
                <a:ea typeface="微软雅黑" panose="020B0503020204020204" pitchFamily="34" charset="-122"/>
                <a:cs typeface="Arial"/>
              </a:endParaRPr>
            </a:p>
            <a:p>
              <a:pPr marL="12700">
                <a:lnSpc>
                  <a:spcPct val="150000"/>
                </a:lnSpc>
                <a:spcBef>
                  <a:spcPts val="5"/>
                </a:spcBef>
              </a:pPr>
              <a:r>
                <a:rPr lang="en-GB" sz="1050" u="sng" spc="-5" dirty="0">
                  <a:solidFill>
                    <a:schemeClr val="bg1"/>
                  </a:solidFill>
                  <a:latin typeface="Arial Narrow" panose="020B0606020202030204" pitchFamily="34" charset="0"/>
                  <a:ea typeface="微软雅黑" panose="020B0503020204020204" pitchFamily="34" charset="-122"/>
                  <a:cs typeface="Arial"/>
                </a:rPr>
                <a:t>george.guo@kpmg.com</a:t>
              </a:r>
            </a:p>
          </p:txBody>
        </p:sp>
      </p:grpSp>
    </p:spTree>
    <p:extLst>
      <p:ext uri="{BB962C8B-B14F-4D97-AF65-F5344CB8AC3E}">
        <p14:creationId xmlns:p14="http://schemas.microsoft.com/office/powerpoint/2010/main" val="171610487"/>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BMS中国 AI战略规划报告</a:t>
            </a:r>
          </a:p>
        </p:txBody>
      </p:sp>
      <p:sp>
        <p:nvSpPr>
          <p:cNvPr id="3" name="Text Placeholder 2"/>
          <p:cNvSpPr>
            <a:spLocks noGrp="1"/>
          </p:cNvSpPr>
          <p:nvPr>
            <p:ph type="body" idx="1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BMS中国 AI战略规划报告</a:t>
            </a:r>
          </a:p>
        </p:txBody>
      </p:sp>
      <p:sp>
        <p:nvSpPr>
          <p:cNvPr id="3" name="Text Placeholder 2"/>
          <p:cNvSpPr>
            <a:spLocks noGrp="1"/>
          </p:cNvSpPr>
          <p:nvPr>
            <p:ph type="body" idx="1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p:txBody>
      </p:sp>
      <p:sp>
        <p:nvSpPr>
          <p:cNvPr id="3" name="Text Placeholder 2"/>
          <p:cNvSpPr>
            <a:spLocks noGrp="1"/>
          </p:cNvSpPr>
          <p:nvPr>
            <p:ph type="body" idx="14"/>
          </p:nvPr>
        </p:nvSpPr>
        <p:spPr/>
        <p:txBody>
          <a:bodyPr/>
          <a:lstStyle/>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07/11/2018 15:59:4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ADV_TOP" val="497.1799"/>
  <p:tag name="ADV_LEFT" val="120.9792"/>
  <p:tag name="ADV_HEIGHT" val="14.54063"/>
  <p:tag name="ADV_WIDTH" val="359.5208"/>
  <p:tag name="ADV_COPYRIGHT"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ADV_COPYRIGHT"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ADV_COPYRIGHT"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ADV_COPYRIGHT"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ADV_COPYRIGHT" val="TRUE"/>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ADV_COPYRIGHT"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xml><?xml version="1.0" encoding="utf-8"?>
<p:tagLst xmlns:a="http://schemas.openxmlformats.org/drawingml/2006/main" xmlns:r="http://schemas.openxmlformats.org/officeDocument/2006/relationships" xmlns:p="http://schemas.openxmlformats.org/presentationml/2006/main">
  <p:tag name="ADV_COPYRIGHT" val="TRUE"/>
</p:tagLst>
</file>

<file path=ppt/tags/tag2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3.xml><?xml version="1.0" encoding="utf-8"?>
<p:tagLst xmlns:a="http://schemas.openxmlformats.org/drawingml/2006/main" xmlns:r="http://schemas.openxmlformats.org/officeDocument/2006/relationships" xmlns:p="http://schemas.openxmlformats.org/presentationml/2006/main">
  <p:tag name="ADV_COPYRIGHT" val="TRUE"/>
</p:tagLst>
</file>

<file path=ppt/tags/tag2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5.xml><?xml version="1.0" encoding="utf-8"?>
<p:tagLst xmlns:a="http://schemas.openxmlformats.org/drawingml/2006/main" xmlns:r="http://schemas.openxmlformats.org/officeDocument/2006/relationships" xmlns:p="http://schemas.openxmlformats.org/presentationml/2006/main">
  <p:tag name="ADV_COPYRIGHT"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ADV_COPYRIGHT"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COPYRIGHT1" val="TRUE"/>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 id="{CE0945A2-0949-4DEA-BFF4-67D15246D990}" vid="{9B259F59-53D6-4A83-8FC6-B62A20A5D017}"/>
    </a:ext>
  </a:extLst>
</a:theme>
</file>

<file path=ppt/theme/theme2.xml><?xml version="1.0" encoding="utf-8"?>
<a:theme xmlns:a="http://schemas.openxmlformats.org/drawingml/2006/main" name="KPMG Screen (4:3) Feb 2022">
  <a:themeElements>
    <a:clrScheme name="Custom 42">
      <a:dk1>
        <a:srgbClr val="000000"/>
      </a:dk1>
      <a:lt1>
        <a:sysClr val="window" lastClr="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New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Blank Presentation.potx" id="{DE78F9DE-D42C-44B1-9D62-014EF132A542}" vid="{BEFBD373-FE83-4E43-AB77-684C3DCE46E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4599</TotalTime>
  <Words>332</Words>
  <Application>Microsoft Macintosh PowerPoint</Application>
  <PresentationFormat>Widescreen</PresentationFormat>
  <Paragraphs>33</Paragraphs>
  <Slides>4</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3" baseType="lpstr">
      <vt:lpstr>Microsoft YaHei</vt:lpstr>
      <vt:lpstr>Microsoft YaHei</vt:lpstr>
      <vt:lpstr>Microsoft YaHei UI</vt:lpstr>
      <vt:lpstr>Arial</vt:lpstr>
      <vt:lpstr>Arial Narrow</vt:lpstr>
      <vt:lpstr>KPMG Bold</vt:lpstr>
      <vt:lpstr>KPMG Widescreen - UpSlide</vt:lpstr>
      <vt:lpstr>KPMG Screen (4:3) Feb 2022</vt:lpstr>
      <vt:lpstr>think-cell Slide</vt:lpstr>
      <vt:lpstr>PowerPoint Presentation</vt:lpstr>
      <vt:lpstr>Table of contents</vt:lpstr>
      <vt:lpstr>咨询方案</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PSFDCE_Validate Workshop Presentation</dc:title>
  <dc:creator>Fang, Mandy M (SH/TECH)</dc:creator>
  <cp:lastModifiedBy>George Guo Liang</cp:lastModifiedBy>
  <cp:revision>1119</cp:revision>
  <dcterms:created xsi:type="dcterms:W3CDTF">2021-04-09T06:51:56Z</dcterms:created>
  <dcterms:modified xsi:type="dcterms:W3CDTF">2026-03-24T18:38:43Z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0x01010036DF8ACB058DF9489700B19236AAD594006082D03AF5756644AC1C4869C435B04A</vt:lpwstr>
  </property>
  <property fmtid="{D5CDD505-2E9C-101B-9397-08002B2CF9AE}" pid="3" name="CandC_Tax_InstanceTerms4">
    <vt:lpwstr/>
  </property>
  <property fmtid="{D5CDD505-2E9C-101B-9397-08002B2CF9AE}" pid="4" name="CandC_Tax_4">
    <vt:lpwstr/>
  </property>
  <property fmtid="{D5CDD505-2E9C-101B-9397-08002B2CF9AE}" pid="5" name="CandC_Tax_InstanceTerms5">
    <vt:lpwstr/>
  </property>
  <property fmtid="{D5CDD505-2E9C-101B-9397-08002B2CF9AE}" pid="6" name="CandC_Tax_ClientFunction">
    <vt:lpwstr>234;#Cross Functional|d30b7f10-d672-4e53-a30e-3ebf576fe8c0</vt:lpwstr>
  </property>
  <property fmtid="{D5CDD505-2E9C-101B-9397-08002B2CF9AE}" pid="7" name="CandC_Tax_Technology">
    <vt:lpwstr>688;#Salesforce|869f5bf1-c3a5-4dd2-b702-3987aa375686</vt:lpwstr>
  </property>
  <property fmtid="{D5CDD505-2E9C-101B-9397-08002B2CF9AE}" pid="8" name="CandC_Tax_5">
    <vt:lpwstr/>
  </property>
  <property fmtid="{D5CDD505-2E9C-101B-9397-08002B2CF9AE}" pid="9" name="CandC_Tax_Methods">
    <vt:lpwstr>732;#Powered Enterprise Salesforce|5641bb71-4835-489d-baa2-ddcbd5d724b3</vt:lpwstr>
  </property>
  <property fmtid="{D5CDD505-2E9C-101B-9397-08002B2CF9AE}" pid="10" name="CandC_Tax_6">
    <vt:lpwstr>51;#Templates|c464024d-75ee-429e-b9f8-5dc1690a94ba</vt:lpwstr>
  </property>
  <property fmtid="{D5CDD505-2E9C-101B-9397-08002B2CF9AE}" pid="11" name="CandC_Tax_Workstream">
    <vt:lpwstr>436;#Business Process and Configuration|046e6ed9-d32f-46be-86f3-37fab53a7299</vt:lpwstr>
  </property>
  <property fmtid="{D5CDD505-2E9C-101B-9397-08002B2CF9AE}" pid="12" name="CandC_Tax_1">
    <vt:lpwstr/>
  </property>
  <property fmtid="{D5CDD505-2E9C-101B-9397-08002B2CF9AE}" pid="13" name="CandC_Tax_Alliances">
    <vt:lpwstr/>
  </property>
  <property fmtid="{D5CDD505-2E9C-101B-9397-08002B2CF9AE}" pid="14" name="CandC_Tax_MethodHierarchy">
    <vt:lpwstr>568;#Conducting Validate Workshops|05c86bcf-d618-4775-8ce0-9ee652810413</vt:lpwstr>
  </property>
  <property fmtid="{D5CDD505-2E9C-101B-9397-08002B2CF9AE}" pid="15" name="CandC_Tax_ESG">
    <vt:lpwstr/>
  </property>
  <property fmtid="{D5CDD505-2E9C-101B-9397-08002B2CF9AE}" pid="16" name="CandC_Tax_InstanceTerms2">
    <vt:lpwstr>644;#Process and Platform Design|ededafec-f7a3-499d-80e3-cc3ebc800ab3</vt:lpwstr>
  </property>
  <property fmtid="{D5CDD505-2E9C-101B-9397-08002B2CF9AE}" pid="17" name="CandC_Tax_ProcessHierarchy">
    <vt:lpwstr/>
  </property>
  <property fmtid="{D5CDD505-2E9C-101B-9397-08002B2CF9AE}" pid="18" name="CandC_Tax_2">
    <vt:lpwstr/>
  </property>
  <property fmtid="{D5CDD505-2E9C-101B-9397-08002B2CF9AE}" pid="19" name="CandC_Tax_7">
    <vt:lpwstr/>
  </property>
  <property fmtid="{D5CDD505-2E9C-101B-9397-08002B2CF9AE}" pid="20" name="CandC_Tax_DeliveryTools">
    <vt:lpwstr>2908;#Validation Workshop Packs|f9c6e33a-5f8a-47a9-a919-8663294935d9</vt:lpwstr>
  </property>
  <property fmtid="{D5CDD505-2E9C-101B-9397-08002B2CF9AE}" pid="21" name="CandC_Tax_Tools">
    <vt:lpwstr/>
  </property>
  <property fmtid="{D5CDD505-2E9C-101B-9397-08002B2CF9AE}" pid="22" name="CandC_Tax_InstanceTerms3">
    <vt:lpwstr/>
  </property>
  <property fmtid="{D5CDD505-2E9C-101B-9397-08002B2CF9AE}" pid="23" name="CandC_Tax_Solutions">
    <vt:lpwstr/>
  </property>
  <property fmtid="{D5CDD505-2E9C-101B-9397-08002B2CF9AE}" pid="24" name="CandC_Tax_8">
    <vt:lpwstr>476;#Validate|f2176df4-ad40-48f9-a12e-c0dcd929e961</vt:lpwstr>
  </property>
  <property fmtid="{D5CDD505-2E9C-101B-9397-08002B2CF9AE}" pid="25" name="CandC_Tax_3">
    <vt:lpwstr/>
  </property>
</Properties>
</file>