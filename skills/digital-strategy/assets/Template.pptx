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147472478" r:id="rId3"/>
    <p:sldId id="295" r:id="rId4"/>
    <p:sldId id="296" r:id="rId5"/>
    <p:sldId id="297" r:id="rId6"/>
    <p:sldId id="294"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1935" autoAdjust="0"/>
  </p:normalViewPr>
  <p:slideViewPr>
    <p:cSldViewPr snapToGrid="0" showGuides="1">
      <p:cViewPr varScale="1">
        <p:scale>
          <a:sx n="100" d="100"/>
          <a:sy n="100" d="100"/>
        </p:scale>
        <p:origin x="184" y="456"/>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30/04/2026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6" name="aria_cover_subtitle"/>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dirty="0"/>
              <a:t>Click to edit Master text styles</a:t>
            </a:r>
          </a:p>
          <a:p>
            <a:pPr lvl="1"/>
            <a:r>
              <a:rPr lang="en-US" altLang="en-US" dirty="0"/>
              <a:t>Second level</a:t>
            </a:r>
          </a:p>
        </p:txBody>
      </p:sp>
      <p:sp>
        <p:nvSpPr>
          <p:cNvPr id="2" name="aria_cover_title"/>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dirty="0"/>
              <a:t>Title slide text only</a:t>
            </a:r>
          </a:p>
        </p:txBody>
      </p:sp>
    </p:spTree>
    <p:extLst>
      <p:ext uri="{BB962C8B-B14F-4D97-AF65-F5344CB8AC3E}">
        <p14:creationId xmlns:p14="http://schemas.microsoft.com/office/powerpoint/2010/main" val="180938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aria_slide_body"/>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7953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3" name="aria_right_body">
            <a:extLst>
              <a:ext uri="{FF2B5EF4-FFF2-40B4-BE49-F238E27FC236}">
                <a16:creationId xmlns:a16="http://schemas.microsoft.com/office/drawing/2014/main" id="{58A339FD-473E-A772-84E4-CB4D677DD648}"/>
              </a:ext>
            </a:extLst>
          </p:cNvPr>
          <p:cNvSpPr>
            <a:spLocks noGrp="1"/>
          </p:cNvSpPr>
          <p:nvPr>
            <p:ph type="body" sz="quarter" idx="11"/>
          </p:nvPr>
        </p:nvSpPr>
        <p:spPr>
          <a:xfrm>
            <a:off x="64817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aria_left_body"/>
          <p:cNvSpPr>
            <a:spLocks noGrp="1"/>
          </p:cNvSpPr>
          <p:nvPr>
            <p:ph type="body" sz="quarter" idx="10"/>
          </p:nvPr>
        </p:nvSpPr>
        <p:spPr>
          <a:xfrm>
            <a:off x="9953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a:xfrm>
            <a:off x="995362" y="431800"/>
            <a:ext cx="10754678" cy="539750"/>
          </a:xfrm>
        </p:spPr>
        <p:txBody>
          <a:bodyPr/>
          <a:lstStyle/>
          <a:p>
            <a:r>
              <a:rPr lang="en-US"/>
              <a:t>Click to edit Master title style</a:t>
            </a:r>
            <a:endParaRPr lang="en-GB"/>
          </a:p>
        </p:txBody>
      </p:sp>
    </p:spTree>
    <p:extLst>
      <p:ext uri="{BB962C8B-B14F-4D97-AF65-F5344CB8AC3E}">
        <p14:creationId xmlns:p14="http://schemas.microsoft.com/office/powerpoint/2010/main" val="119890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One Column Text">
    <p:spTree>
      <p:nvGrpSpPr>
        <p:cNvPr id="1" name=""/>
        <p:cNvGrpSpPr/>
        <p:nvPr/>
      </p:nvGrpSpPr>
      <p:grpSpPr>
        <a:xfrm>
          <a:off x="0" y="0"/>
          <a:ext cx="0" cy="0"/>
          <a:chOff x="0" y="0"/>
          <a:chExt cx="0" cy="0"/>
        </a:xfrm>
      </p:grpSpPr>
      <p:sp>
        <p:nvSpPr>
          <p:cNvPr id="9" name="aria_slide_body"/>
          <p:cNvSpPr>
            <a:spLocks noGrp="1"/>
          </p:cNvSpPr>
          <p:nvPr>
            <p:ph type="body" sz="quarter" idx="10"/>
          </p:nvPr>
        </p:nvSpPr>
        <p:spPr>
          <a:xfrm>
            <a:off x="9953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a:xfrm>
            <a:off x="995362" y="431800"/>
            <a:ext cx="10754678" cy="539750"/>
          </a:xfrm>
        </p:spPr>
        <p:txBody>
          <a:bodyPr/>
          <a:lstStyle/>
          <a:p>
            <a:r>
              <a:rPr lang="en-US"/>
              <a:t>Click to edit Master title style</a:t>
            </a:r>
            <a:endParaRPr lang="en-GB"/>
          </a:p>
        </p:txBody>
      </p:sp>
    </p:spTree>
    <p:extLst>
      <p:ext uri="{BB962C8B-B14F-4D97-AF65-F5344CB8AC3E}">
        <p14:creationId xmlns:p14="http://schemas.microsoft.com/office/powerpoint/2010/main" val="47051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3708787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Cover 05">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light, night sky&#10;&#10;Description automatically generated">
            <a:extLst>
              <a:ext uri="{FF2B5EF4-FFF2-40B4-BE49-F238E27FC236}">
                <a16:creationId xmlns:a16="http://schemas.microsoft.com/office/drawing/2014/main" id="{16F97F43-F5F4-BBB5-AFD5-322FA0967AE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12BCE566-9F8D-8D92-B66E-82E51106748D}"/>
              </a:ext>
            </a:extLst>
          </p:cNvPr>
          <p:cNvSpPr/>
          <p:nvPr userDrawn="1"/>
        </p:nvSpPr>
        <p:spPr>
          <a:xfrm>
            <a:off x="995363" y="0"/>
            <a:ext cx="4427537" cy="5876925"/>
          </a:xfrm>
          <a:prstGeom prst="rect">
            <a:avLst/>
          </a:prstGeom>
          <a:solidFill>
            <a:schemeClr val="accent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Text Placeholder 16">
            <a:extLst>
              <a:ext uri="{FF2B5EF4-FFF2-40B4-BE49-F238E27FC236}">
                <a16:creationId xmlns:a16="http://schemas.microsoft.com/office/drawing/2014/main" id="{CFA69F8E-C80A-AD61-B8C5-3430088FD7B4}"/>
              </a:ext>
            </a:extLst>
          </p:cNvPr>
          <p:cNvSpPr>
            <a:spLocks noGrp="1"/>
          </p:cNvSpPr>
          <p:nvPr>
            <p:ph type="body" sz="quarter" idx="10" hasCustomPrompt="1"/>
          </p:nvPr>
        </p:nvSpPr>
        <p:spPr>
          <a:xfrm>
            <a:off x="1396999" y="1069975"/>
            <a:ext cx="1400175" cy="1698927"/>
          </a:xfrm>
        </p:spPr>
        <p:txBody>
          <a:bodyPr>
            <a:noAutofit/>
          </a:bodyPr>
          <a:lstStyle>
            <a:lvl1pPr>
              <a:lnSpc>
                <a:spcPct val="80000"/>
              </a:lnSpc>
              <a:defRPr sz="13800">
                <a:solidFill>
                  <a:schemeClr val="bg1"/>
                </a:solidFill>
                <a:latin typeface="+mj-lt"/>
              </a:defRPr>
            </a:lvl1pPr>
          </a:lstStyle>
          <a:p>
            <a:pPr lvl="0"/>
            <a:r>
              <a:rPr lang="en-US" dirty="0"/>
              <a:t>01</a:t>
            </a:r>
          </a:p>
        </p:txBody>
      </p:sp>
      <p:sp>
        <p:nvSpPr>
          <p:cNvPr id="2" name="Shape 8">
            <a:extLst>
              <a:ext uri="{FF2B5EF4-FFF2-40B4-BE49-F238E27FC236}">
                <a16:creationId xmlns:a16="http://schemas.microsoft.com/office/drawing/2014/main" id="{472D1863-2A9D-4FCE-9957-082D5529A078}"/>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nl-NL" sz="1000" smtClean="0">
                <a:solidFill>
                  <a:schemeClr val="bg1"/>
                </a:solidFill>
                <a:latin typeface="+mn-lt"/>
                <a:ea typeface="Arial"/>
                <a:cs typeface="Arial" panose="020B0604020202020204" pitchFamily="34" charset="0"/>
              </a:rPr>
              <a:pPr algn="r"/>
              <a:t>‹#›</a:t>
            </a:fld>
            <a:endParaRPr lang="nl-NL" sz="1000" dirty="0">
              <a:solidFill>
                <a:schemeClr val="bg1"/>
              </a:solidFill>
              <a:latin typeface="+mn-lt"/>
              <a:ea typeface="Arial"/>
              <a:cs typeface="Arial" panose="020B0604020202020204" pitchFamily="34" charset="0"/>
            </a:endParaRPr>
          </a:p>
        </p:txBody>
      </p:sp>
      <p:sp>
        <p:nvSpPr>
          <p:cNvPr id="3" name="TextBox 2">
            <a:extLst>
              <a:ext uri="{FF2B5EF4-FFF2-40B4-BE49-F238E27FC236}">
                <a16:creationId xmlns:a16="http://schemas.microsoft.com/office/drawing/2014/main" id="{8B3F4F0B-DFEC-CB9C-8902-4C2B26BDCCF7}"/>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nl-NL" sz="600" b="0" kern="1200" noProof="0" dirty="0">
                <a:solidFill>
                  <a:schemeClr val="bg1"/>
                </a:solidFill>
                <a:latin typeface="+mn-lt"/>
                <a:ea typeface="+mn-ea"/>
                <a:cs typeface="+mn-cs"/>
              </a:rPr>
              <a:t>Document Classification: KPMG Confidential</a:t>
            </a:r>
          </a:p>
        </p:txBody>
      </p:sp>
      <p:sp>
        <p:nvSpPr>
          <p:cNvPr id="5" name="TextBox 4">
            <a:extLst>
              <a:ext uri="{FF2B5EF4-FFF2-40B4-BE49-F238E27FC236}">
                <a16:creationId xmlns:a16="http://schemas.microsoft.com/office/drawing/2014/main" id="{CC8613AE-9C46-C63D-1287-4640F1B4BD91}"/>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600" kern="1200" noProof="0" dirty="0">
                <a:solidFill>
                  <a:schemeClr val="bg1"/>
                </a:solidFill>
                <a:latin typeface="+mn-lt"/>
                <a:ea typeface="+mn-ea"/>
                <a:cs typeface="+mn-cs"/>
              </a:rPr>
              <a:t>© 2024 KPMG Advisory N.V., a Dutch limited liability company and a member firm of the KPMG global organisation of independent member firms affiliated with KPMG International Limited, a private English company limited by guarantee. All rights reserved.</a:t>
            </a:r>
          </a:p>
        </p:txBody>
      </p:sp>
      <p:cxnSp>
        <p:nvCxnSpPr>
          <p:cNvPr id="6" name="Straight Connector 5">
            <a:extLst>
              <a:ext uri="{FF2B5EF4-FFF2-40B4-BE49-F238E27FC236}">
                <a16:creationId xmlns:a16="http://schemas.microsoft.com/office/drawing/2014/main" id="{7B0C43AC-8350-C0FC-910D-0341917547AC}"/>
              </a:ext>
            </a:extLst>
          </p:cNvPr>
          <p:cNvCxnSpPr/>
          <p:nvPr userDrawn="1"/>
        </p:nvCxnSpPr>
        <p:spPr>
          <a:xfrm>
            <a:off x="10928548" y="6266997"/>
            <a:ext cx="0" cy="149412"/>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C452456B-4CED-3D10-9BAF-080B0BAF34E4}"/>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41450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8"/>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0" name="think-cell data - do not delete" hidden="1"/>
                      <p:cNvPicPr>
                        <a:picLocks noChangeAspect="1"/>
                      </p:cNvPicPr>
                      <p:nvPr/>
                    </p:nvPicPr>
                    <p:blipFill>
                      <a:blip r:embed="rId11"/>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dirty="0"/>
              <a:t>Click </a:t>
            </a:r>
            <a:r>
              <a:rPr lang="nl-NL" altLang="nl-NL" dirty="0" err="1"/>
              <a:t>to</a:t>
            </a:r>
            <a:r>
              <a:rPr lang="nl-NL" altLang="nl-NL" dirty="0"/>
              <a:t> </a:t>
            </a:r>
            <a:r>
              <a:rPr lang="nl-NL" altLang="nl-NL" dirty="0" err="1"/>
              <a:t>edit</a:t>
            </a:r>
            <a:r>
              <a:rPr lang="nl-NL" altLang="nl-NL" dirty="0"/>
              <a:t> Master </a:t>
            </a:r>
            <a:r>
              <a:rPr lang="nl-NL" altLang="nl-NL" dirty="0" err="1"/>
              <a:t>text</a:t>
            </a:r>
            <a:r>
              <a:rPr lang="nl-NL" altLang="nl-NL" dirty="0"/>
              <a:t> </a:t>
            </a:r>
            <a:r>
              <a:rPr lang="nl-NL" altLang="nl-NL" dirty="0" err="1"/>
              <a:t>styles</a:t>
            </a:r>
            <a:endParaRPr lang="nl-NL" altLang="nl-NL" dirty="0"/>
          </a:p>
          <a:p>
            <a:pPr lvl="1"/>
            <a:r>
              <a:rPr lang="nl-NL" altLang="nl-NL" dirty="0"/>
              <a:t>Second level</a:t>
            </a:r>
          </a:p>
          <a:p>
            <a:pPr lvl="2"/>
            <a:r>
              <a:rPr lang="nl-NL" altLang="nl-NL" dirty="0" err="1"/>
              <a:t>Third</a:t>
            </a:r>
            <a:r>
              <a:rPr lang="nl-NL" altLang="nl-NL" dirty="0"/>
              <a:t> level</a:t>
            </a:r>
          </a:p>
          <a:p>
            <a:pPr lvl="3"/>
            <a:r>
              <a:rPr lang="nl-NL" altLang="nl-NL" dirty="0" err="1"/>
              <a:t>Fourth</a:t>
            </a:r>
            <a:r>
              <a:rPr lang="nl-NL" altLang="nl-NL" dirty="0"/>
              <a:t> level</a:t>
            </a:r>
          </a:p>
          <a:p>
            <a:pPr lvl="4"/>
            <a:r>
              <a:rPr lang="nl-NL" altLang="nl-NL" dirty="0" err="1"/>
              <a:t>Fifth</a:t>
            </a:r>
            <a:r>
              <a:rPr lang="nl-NL" altLang="nl-NL" dirty="0"/>
              <a:t>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9"/>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dirty="0">
                <a:solidFill>
                  <a:schemeClr val="bg1">
                    <a:lumMod val="65000"/>
                  </a:schemeClr>
                </a:solidFill>
                <a:effectLst/>
                <a:latin typeface="Arial"/>
                <a:ea typeface="DengXian"/>
              </a:rPr>
              <a:t>© 202</a:t>
            </a:r>
            <a:r>
              <a:rPr lang="en-US" altLang="zh-CN" sz="600" dirty="0">
                <a:solidFill>
                  <a:schemeClr val="bg1">
                    <a:lumMod val="65000"/>
                  </a:schemeClr>
                </a:solidFill>
                <a:effectLst/>
                <a:latin typeface="Arial"/>
                <a:ea typeface="DengXian"/>
              </a:rPr>
              <a:t>6</a:t>
            </a:r>
            <a:r>
              <a:rPr lang="en-US" altLang="en-US" sz="600" dirty="0">
                <a:solidFill>
                  <a:schemeClr val="bg1">
                    <a:lumMod val="65000"/>
                  </a:schemeClr>
                </a:solidFill>
                <a:effectLst/>
                <a:latin typeface="Arial"/>
                <a:ea typeface="DengXian"/>
              </a:rPr>
              <a:t> KPMG Advisory (China) Limited, a limited liability company in Mainland China and a member firm of the KPMG global </a:t>
            </a:r>
            <a:r>
              <a:rPr lang="en-US" altLang="en-US" sz="600" dirty="0" err="1">
                <a:solidFill>
                  <a:schemeClr val="bg1">
                    <a:lumMod val="65000"/>
                  </a:schemeClr>
                </a:solidFill>
                <a:effectLst/>
                <a:latin typeface="Arial"/>
                <a:ea typeface="DengXian"/>
              </a:rPr>
              <a:t>organisation</a:t>
            </a:r>
            <a:r>
              <a:rPr lang="en-US" altLang="en-US" sz="600" dirty="0">
                <a:solidFill>
                  <a:schemeClr val="bg1">
                    <a:lumMod val="65000"/>
                  </a:schemeClr>
                </a:solidFill>
                <a:effectLst/>
                <a:latin typeface="Arial"/>
                <a:ea typeface="DengXian"/>
              </a:rPr>
              <a:t>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649" r:id="rId1"/>
    <p:sldLayoutId id="2147483724" r:id="rId2"/>
    <p:sldLayoutId id="2147483725" r:id="rId3"/>
    <p:sldLayoutId id="2147483726" r:id="rId4"/>
    <p:sldLayoutId id="2147483656" r:id="rId5"/>
    <p:sldLayoutId id="214748372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kpmg.com/managedservic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5.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
        <p:nvSpPr>
          <p:cNvPr id="4" name="aria_cover_subtitle">
            <a:extLst>
              <a:ext uri="{FF2B5EF4-FFF2-40B4-BE49-F238E27FC236}">
                <a16:creationId xmlns:a16="http://schemas.microsoft.com/office/drawing/2014/main" id="{2618C577-EB9F-FE46-DA74-CA5DB33BE3F7}"/>
              </a:ext>
            </a:extLst>
          </p:cNvPr>
          <p:cNvSpPr>
            <a:spLocks noGrp="1"/>
          </p:cNvSpPr>
          <p:nvPr>
            <p:ph type="body" idx="11"/>
          </p:nvPr>
        </p:nvSpPr>
        <p:spPr>
          <a:xfrm>
            <a:off x="995362" y="4718982"/>
            <a:ext cx="5765982" cy="816606"/>
          </a:xfrm>
        </p:spPr>
        <p:txBody>
          <a:bodyPr/>
          <a:lstStyle/>
          <a:p>
            <a:pPr marL="0" indent="0">
              <a:buNone/>
            </a:pPr>
            <a:endParaRPr lang="zh-CN" altLang="en-US" sz="1200" dirty="0"/>
          </a:p>
        </p:txBody>
      </p:sp>
      <p:sp>
        <p:nvSpPr>
          <p:cNvPr id="3" name="aria_cover_title">
            <a:extLst>
              <a:ext uri="{FF2B5EF4-FFF2-40B4-BE49-F238E27FC236}">
                <a16:creationId xmlns:a16="http://schemas.microsoft.com/office/drawing/2014/main" id="{CD1ED36A-E929-42E9-E46A-EDC05DE8CE83}"/>
              </a:ext>
            </a:extLst>
          </p:cNvPr>
          <p:cNvSpPr>
            <a:spLocks noGrp="1"/>
          </p:cNvSpPr>
          <p:nvPr>
            <p:ph type="ctrTitle"/>
          </p:nvPr>
        </p:nvSpPr>
        <p:spPr>
          <a:xfrm>
            <a:off x="995362" y="1731528"/>
            <a:ext cx="5765982" cy="2903488"/>
          </a:xfrm>
        </p:spPr>
        <p:txBody>
          <a:bodyPr/>
          <a:lstStyle/>
          <a:p>
            <a:endParaRPr lang="zh-CN" altLang="en-US" dirty="0"/>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ia_section_number">
            <a:extLst>
              <a:ext uri="{FF2B5EF4-FFF2-40B4-BE49-F238E27FC236}">
                <a16:creationId xmlns:a16="http://schemas.microsoft.com/office/drawing/2014/main" id="{0BC63CFC-521D-84A5-437F-A50BD0FF0A52}"/>
              </a:ext>
            </a:extLst>
          </p:cNvPr>
          <p:cNvSpPr>
            <a:spLocks noGrp="1"/>
          </p:cNvSpPr>
          <p:nvPr>
            <p:ph type="body" sz="quarter" idx="10"/>
          </p:nvPr>
        </p:nvSpPr>
        <p:spPr>
          <a:xfrm>
            <a:off x="1397000" y="1069975"/>
            <a:ext cx="1400175" cy="1698625"/>
          </a:xfrm>
        </p:spPr>
        <p:txBody>
          <a:bodyPr/>
          <a:lstStyle/>
          <a:p>
            <a:pPr marL="0" indent="0">
              <a:buNone/>
            </a:pPr>
            <a:r>
              <a:rPr lang="zh-CN" sz="8800" dirty="0"/>
              <a:t>01</a:t>
            </a:r>
          </a:p>
        </p:txBody>
      </p:sp>
      <p:sp>
        <p:nvSpPr>
          <p:cNvPr id="5" name="aria_section_title">
            <a:extLst>
              <a:ext uri="{FF2B5EF4-FFF2-40B4-BE49-F238E27FC236}">
                <a16:creationId xmlns:a16="http://schemas.microsoft.com/office/drawing/2014/main" id="{CA8C0EAE-307F-4716-1F7C-70323364A7D7}"/>
              </a:ext>
            </a:extLst>
          </p:cNvPr>
          <p:cNvSpPr txBox="1">
            <a:spLocks/>
          </p:cNvSpPr>
          <p:nvPr/>
        </p:nvSpPr>
        <p:spPr>
          <a:xfrm>
            <a:off x="1397001" y="3020695"/>
            <a:ext cx="2312358" cy="446469"/>
          </a:xfrm>
          <a:prstGeom prst="rect">
            <a:avLst/>
          </a:prstGeom>
        </p:spPr>
        <p:txBody>
          <a:bodyPr wrap="square" lIns="0" tIns="0" rIns="0" bIns="0">
            <a:spAutoFit/>
          </a:bodyPr>
          <a:lstStyle>
            <a:lvl1pPr algn="l" defTabSz="914400" rtl="0" eaLnBrk="1" latinLnBrk="0" hangingPunct="1">
              <a:lnSpc>
                <a:spcPct val="70000"/>
              </a:lnSpc>
              <a:spcBef>
                <a:spcPct val="0"/>
              </a:spcBef>
              <a:buNone/>
              <a:defRPr sz="4000" kern="1200">
                <a:solidFill>
                  <a:schemeClr val="accent2"/>
                </a:solidFill>
                <a:latin typeface="+mj-lt"/>
                <a:ea typeface="+mj-ea"/>
                <a:cs typeface="Arial" panose="020B0604020202020204" pitchFamily="34" charset="0"/>
              </a:defRPr>
            </a:lvl1pPr>
          </a:lstStyle>
          <a:p>
            <a:r>
              <a:rPr lang="zh-CN" b="1" dirty="0">
                <a:solidFill>
                  <a:schemeClr val="bg1"/>
                </a:solidFill>
                <a:latin typeface="Microsoft YaHei UI" panose="020B0503020204020204" pitchFamily="34" charset="-122"/>
                <a:ea typeface="Microsoft YaHei UI" panose="020B0503020204020204" pitchFamily="34" charset="-122"/>
              </a:rPr>
              <a:t>主题</a:t>
            </a:r>
          </a:p>
        </p:txBody>
      </p:sp>
    </p:spTree>
    <p:extLst>
      <p:ext uri="{BB962C8B-B14F-4D97-AF65-F5344CB8AC3E}">
        <p14:creationId xmlns:p14="http://schemas.microsoft.com/office/powerpoint/2010/main" val="226479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ia_slide_body">
            <a:extLst>
              <a:ext uri="{FF2B5EF4-FFF2-40B4-BE49-F238E27FC236}">
                <a16:creationId xmlns:a16="http://schemas.microsoft.com/office/drawing/2014/main" id="{F19E2D56-A366-F6BF-C2F8-650ACBBA4490}"/>
              </a:ext>
            </a:extLst>
          </p:cNvPr>
          <p:cNvSpPr>
            <a:spLocks noGrp="1"/>
          </p:cNvSpPr>
          <p:nvPr>
            <p:ph type="body" sz="quarter" idx="10"/>
          </p:nvPr>
        </p:nvSpPr>
        <p:spPr/>
        <p:txBody>
          <a:bodyPr/>
          <a:lstStyle/>
          <a:p>
            <a:endParaRPr kumimoji="1" lang="zh-CN" altLang="en-US"/>
          </a:p>
        </p:txBody>
      </p:sp>
      <p:sp>
        <p:nvSpPr>
          <p:cNvPr id="3" name="aria_slide_title">
            <a:extLst>
              <a:ext uri="{FF2B5EF4-FFF2-40B4-BE49-F238E27FC236}">
                <a16:creationId xmlns:a16="http://schemas.microsoft.com/office/drawing/2014/main" id="{6AFFCBD4-6545-1A00-5994-89869FB3447E}"/>
              </a:ext>
            </a:extLst>
          </p:cNvPr>
          <p:cNvSpPr>
            <a:spLocks noGrp="1"/>
          </p:cNvSpPr>
          <p:nvPr>
            <p:ph type="title"/>
          </p:nvPr>
        </p:nvSpPr>
        <p:spPr/>
        <p:txBody>
          <a:bodyPr/>
          <a:lstStyle/>
          <a:p>
            <a:endParaRPr kumimoji="1" lang="zh-CN" altLang="en-US" sz="3600" b="1"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1854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ia_right_body">
            <a:extLst>
              <a:ext uri="{FF2B5EF4-FFF2-40B4-BE49-F238E27FC236}">
                <a16:creationId xmlns:a16="http://schemas.microsoft.com/office/drawing/2014/main" id="{4B906D4A-86A1-2F71-824D-FEE0910E5BF0}"/>
              </a:ext>
            </a:extLst>
          </p:cNvPr>
          <p:cNvSpPr>
            <a:spLocks noGrp="1"/>
          </p:cNvSpPr>
          <p:nvPr>
            <p:ph type="body" sz="quarter" idx="11"/>
          </p:nvPr>
        </p:nvSpPr>
        <p:spPr/>
        <p:txBody>
          <a:bodyPr/>
          <a:lstStyle/>
          <a:p>
            <a:endParaRPr lang="zh-CN" altLang="en-US"/>
          </a:p>
        </p:txBody>
      </p:sp>
      <p:sp>
        <p:nvSpPr>
          <p:cNvPr id="5" name="aria_left_body">
            <a:extLst>
              <a:ext uri="{FF2B5EF4-FFF2-40B4-BE49-F238E27FC236}">
                <a16:creationId xmlns:a16="http://schemas.microsoft.com/office/drawing/2014/main" id="{87B8EB55-53A1-7EF6-77B6-17108F504F34}"/>
              </a:ext>
            </a:extLst>
          </p:cNvPr>
          <p:cNvSpPr>
            <a:spLocks noGrp="1"/>
          </p:cNvSpPr>
          <p:nvPr>
            <p:ph type="body" sz="quarter" idx="10"/>
          </p:nvPr>
        </p:nvSpPr>
        <p:spPr/>
        <p:txBody>
          <a:bodyPr/>
          <a:lstStyle/>
          <a:p>
            <a:endParaRPr lang="zh-CN" altLang="en-US"/>
          </a:p>
        </p:txBody>
      </p:sp>
      <p:sp>
        <p:nvSpPr>
          <p:cNvPr id="4" name="aria_slide_title">
            <a:extLst>
              <a:ext uri="{FF2B5EF4-FFF2-40B4-BE49-F238E27FC236}">
                <a16:creationId xmlns:a16="http://schemas.microsoft.com/office/drawing/2014/main" id="{83106FB3-E547-9BF9-4343-767BF2EB21EE}"/>
              </a:ext>
            </a:extLst>
          </p:cNvPr>
          <p:cNvSpPr>
            <a:spLocks noGrp="1"/>
          </p:cNvSpPr>
          <p:nvPr>
            <p:ph type="title"/>
          </p:nvPr>
        </p:nvSpPr>
        <p:spPr/>
        <p:txBody>
          <a:bodyPr vert="horz" lIns="0" tIns="0" rIns="0" bIns="0" anchor="t" anchorCtr="0"/>
          <a:lstStyle/>
          <a:p>
            <a:endParaRPr kumimoji="1" lang="zh-CN" altLang="en-US" sz="3600" b="1">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42893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ia_slide_title">
            <a:extLst>
              <a:ext uri="{FF2B5EF4-FFF2-40B4-BE49-F238E27FC236}">
                <a16:creationId xmlns:a16="http://schemas.microsoft.com/office/drawing/2014/main" id="{463EC1D5-6844-3434-E72C-797803841029}"/>
              </a:ext>
            </a:extLst>
          </p:cNvPr>
          <p:cNvSpPr>
            <a:spLocks noGrp="1"/>
          </p:cNvSpPr>
          <p:nvPr>
            <p:ph type="title"/>
          </p:nvPr>
        </p:nvSpPr>
        <p:spPr/>
        <p:txBody>
          <a:bodyPr vert="horz" lIns="0" tIns="0" rIns="0" bIns="0" anchor="t" anchorCtr="0"/>
          <a:lstStyle/>
          <a:p>
            <a:endParaRPr kumimoji="1" lang="zh-CN" altLang="en-US" sz="3600" b="1"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68729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4621</TotalTime>
  <Words>290</Words>
  <Application>Microsoft Macintosh PowerPoint</Application>
  <PresentationFormat>Widescreen</PresentationFormat>
  <Paragraphs>16</Paragraphs>
  <Slides>6</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4" baseType="lpstr">
      <vt:lpstr>微软雅黑</vt:lpstr>
      <vt:lpstr>微软雅黑</vt:lpstr>
      <vt:lpstr>Microsoft YaHei UI</vt:lpstr>
      <vt:lpstr>Arial</vt:lpstr>
      <vt:lpstr>Arial Narrow</vt:lpstr>
      <vt:lpstr>KPMG Bold</vt:lpstr>
      <vt:lpstr>KPMG Widescreen - UpSlide</vt:lpstr>
      <vt:lpstr>think-cell Slide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1137</cp:revision>
  <dcterms:created xsi:type="dcterms:W3CDTF">2021-04-09T06:51:56Z</dcterms:created>
  <dcterms:modified xsi:type="dcterms:W3CDTF">2026-04-30T05:50:53Z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