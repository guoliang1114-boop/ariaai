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6.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147472478" r:id="rId3"/>
    <p:sldId id="295" r:id="rId4"/>
    <p:sldId id="296" r:id="rId5"/>
    <p:sldId id="297" r:id="rId6"/>
    <p:sldId id="294"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0" pos="7151" userDrawn="1">
          <p15:clr>
            <a:srgbClr val="A4A3A4"/>
          </p15:clr>
        </p15:guide>
        <p15:guide id="1" orient="horz" pos="2160">
          <p15:clr>
            <a:srgbClr val="A4A3A4"/>
          </p15:clr>
        </p15:guide>
        <p15:guide id="2" orient="horz" pos="95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502C042-9740-DF41-7C80-FB21003EE1DB}" name="Dikkers, Steije" initials="DS" userId="S::Dikkers.Steije@kpmg.nl::a8ff0ee6-826d-45cd-bafd-8e5c819481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5FD"/>
    <a:srgbClr val="EAAA00"/>
    <a:srgbClr val="FFFFFF"/>
    <a:srgbClr val="00A3A1"/>
    <a:srgbClr val="005EB8"/>
    <a:srgbClr val="6D2077"/>
    <a:srgbClr val="0091DA"/>
    <a:srgbClr val="00338D"/>
    <a:srgbClr val="ACEAFF"/>
    <a:srgbClr val="B4F8C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rgbClr val="00000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wholeTbl>
      <a:tcTxStyle>
        <a:fontRef idx="minor">
          <a:srgbClr val="000000"/>
        </a:fontRef>
        <a:schemeClr val="dk1"/>
      </a:tcTxStyle>
      <a:tcStyle>
        <a:tcBdr>
          <a:left>
            <a:ln w="635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w="6350" cap="flat" cmpd="sng">
              <a:solidFill>
                <a:schemeClr val="accent6"/>
              </a:solidFill>
              <a:prstDash val="solid"/>
              <a:miter/>
            </a:ln>
          </a:insideV>
        </a:tcBdr>
        <a:fill>
          <a:noFill/>
        </a:fill>
      </a:tcStyle>
    </a:wholeTbl>
    <a:band1H>
      <a:tcStyle>
        <a:tcBdr/>
        <a:fill>
          <a:solidFill>
            <a:schemeClr val="accent6">
              <a:alpha val="40000"/>
            </a:schemeClr>
          </a:solidFill>
        </a:fill>
      </a:tcStyle>
    </a:band1H>
    <a:band1V>
      <a:tcStyle>
        <a:tcBdr>
          <a:top>
            <a:ln w="6350" cap="flat" cmpd="sng">
              <a:solidFill>
                <a:schemeClr val="accent6"/>
              </a:solidFill>
              <a:prstDash val="solid"/>
              <a:miter/>
            </a:ln>
          </a:top>
          <a:bottom>
            <a:ln w="6350" cap="flat" cmpd="sng">
              <a:solidFill>
                <a:schemeClr val="accent6"/>
              </a:solidFill>
              <a:prstDash val="solid"/>
              <a:miter/>
            </a:ln>
          </a:bottom>
        </a:tcBdr>
        <a:fill>
          <a:solidFill>
            <a:schemeClr val="accent6">
              <a:alpha val="40000"/>
            </a:schemeClr>
          </a:solidFill>
        </a:fill>
      </a:tcStyle>
    </a:band1V>
    <a:lastCol>
      <a:tcTxStyle b="on"/>
      <a:tcStyle>
        <a:tcBdr>
          <a:left>
            <a:ln w="1270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a:noFill/>
            </a:ln>
          </a:insideV>
        </a:tcBdr>
      </a:tcStyle>
    </a:lastCol>
    <a:firstCol>
      <a:tcTxStyle b="on"/>
      <a:tcStyle>
        <a:tcBdr>
          <a:left>
            <a:ln w="6350" cap="flat" cmpd="sng">
              <a:solidFill>
                <a:schemeClr val="accent6"/>
              </a:solidFill>
              <a:prstDash val="solid"/>
              <a:miter/>
            </a:ln>
          </a:left>
          <a:right>
            <a:ln w="1270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a:noFill/>
            </a:ln>
          </a:insideV>
        </a:tcBdr>
      </a:tcStyle>
    </a:firstCol>
    <a:lastRow>
      <a:tcTxStyle b="on"/>
      <a:tcStyle>
        <a:tcBdr>
          <a:left>
            <a:ln w="6350" cap="flat" cmpd="sng">
              <a:solidFill>
                <a:schemeClr val="accent6"/>
              </a:solidFill>
              <a:prstDash val="solid"/>
              <a:miter/>
            </a:ln>
          </a:left>
          <a:right>
            <a:ln w="6350" cap="flat" cmpd="sng">
              <a:solidFill>
                <a:schemeClr val="accent6"/>
              </a:solidFill>
              <a:prstDash val="solid"/>
              <a:miter/>
            </a:ln>
          </a:right>
          <a:top>
            <a:ln w="12700" cap="flat" cmpd="sng">
              <a:solidFill>
                <a:schemeClr val="accent6"/>
              </a:solidFill>
              <a:prstDash val="solid"/>
              <a:miter/>
            </a:ln>
          </a:top>
          <a:bottom>
            <a:ln w="12700" cap="flat" cmpd="sng">
              <a:solidFill>
                <a:schemeClr val="accent6"/>
              </a:solidFill>
              <a:prstDash val="solid"/>
              <a:miter/>
            </a:ln>
          </a:bottom>
          <a:insideH>
            <a:ln>
              <a:noFill/>
            </a:ln>
          </a:insideH>
          <a:insideV>
            <a:ln>
              <a:noFill/>
            </a:ln>
          </a:insideV>
        </a:tcBdr>
        <a:fill>
          <a:noFill/>
        </a:fill>
      </a:tcStyle>
    </a:lastRow>
    <a:firstRow>
      <a:tcTxStyle b="on">
        <a:fontRef idx="minor">
          <a:srgbClr val="000000"/>
        </a:fontRef>
        <a:schemeClr val="lt1"/>
      </a:tcTxStyle>
      <a:tcStyle>
        <a:tcBdr>
          <a:left>
            <a:ln w="635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12700" cap="flat" cmpd="sng">
              <a:solidFill>
                <a:schemeClr val="lt1"/>
              </a:solidFill>
              <a:prstDash val="solid"/>
              <a:miter/>
            </a:ln>
          </a:bottom>
          <a:insideH>
            <a:ln>
              <a:noFill/>
            </a:ln>
          </a:insideH>
          <a:insideV>
            <a:ln>
              <a:noFill/>
            </a:ln>
          </a:insideV>
        </a:tcBdr>
        <a:fill>
          <a:solidFill>
            <a:schemeClr val="accent6"/>
          </a:solidFill>
        </a:fill>
      </a:tcStyle>
    </a:firstRow>
  </a:tblStyle>
  <a:tblStyle styleId="{21E4AEA4-8DFA-4A89-87EB-49C32662AFE0}" styleName="Medium Style 2 - Accent 2">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fontRef idx="minor">
          <a:srgbClr val="000000"/>
        </a:fontRef>
        <a:schemeClr val="lt1"/>
      </a:tcTxStyle>
      <a:tcStyle>
        <a:tcBdr/>
        <a:fill>
          <a:solidFill>
            <a:schemeClr val="accent2"/>
          </a:solidFill>
        </a:fill>
      </a:tcStyle>
    </a:lastCol>
    <a:firstCol>
      <a:tcTxStyle b="on">
        <a:fontRef idx="minor">
          <a:srgbClr val="000000"/>
        </a:fontRef>
        <a:schemeClr val="lt1"/>
      </a:tcTxStyle>
      <a:tcStyle>
        <a:tcBdr/>
        <a:fill>
          <a:solidFill>
            <a:schemeClr val="accent2"/>
          </a:solidFill>
        </a:fill>
      </a:tcStyle>
    </a:firstCol>
    <a:lastRow>
      <a:tcTxStyle b="on">
        <a:fontRef idx="minor">
          <a:srgbClr val="000000"/>
        </a:fontRef>
        <a:schemeClr val="lt1"/>
      </a:tcTxStyle>
      <a:tcStyle>
        <a:tcBdr>
          <a:top>
            <a:ln w="38100" cmpd="sng">
              <a:solidFill>
                <a:schemeClr val="lt1"/>
              </a:solidFill>
            </a:ln>
          </a:top>
        </a:tcBdr>
        <a:fill>
          <a:solidFill>
            <a:schemeClr val="accent2"/>
          </a:solidFill>
        </a:fill>
      </a:tcStyle>
    </a:lastRow>
    <a:firstRow>
      <a:tcTxStyle b="on">
        <a:fontRef idx="minor">
          <a:srgbClr val="000000"/>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126" autoAdjust="0"/>
    <p:restoredTop sz="91894" autoAdjust="0"/>
  </p:normalViewPr>
  <p:slideViewPr>
    <p:cSldViewPr snapToGrid="0" showGuides="1">
      <p:cViewPr varScale="1">
        <p:scale>
          <a:sx n="74" d="100"/>
          <a:sy n="74" d="100"/>
        </p:scale>
        <p:origin x="200" y="1240"/>
      </p:cViewPr>
      <p:guideLst>
        <p:guide pos="7151"/>
        <p:guide orient="horz" pos="2160"/>
        <p:guide orient="horz" pos="958"/>
      </p:guideLst>
    </p:cSldViewPr>
  </p:slideViewPr>
  <p:outlineViewPr>
    <p:cViewPr>
      <p:scale>
        <a:sx n="33" d="100"/>
        <a:sy n="33" d="100"/>
      </p:scale>
      <p:origin x="0" y="-154"/>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E39D9A20-47A0-4507-821D-C8B61CB79B2C}" type="datetimeFigureOut">
              <a:rPr lang="en-GB" smtClean="0"/>
              <a:pPr/>
              <a:t>30/04/2026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8C8016EA-0E9C-45D3-B4F5-4B3ECC13DA20}" type="slidenum">
              <a:rPr lang="en-GB" smtClean="0"/>
              <a:pPr/>
              <a:t>‹#›</a:t>
            </a:fld>
            <a:endParaRPr lang="en-GB" dirty="0"/>
          </a:p>
        </p:txBody>
      </p:sp>
    </p:spTree>
    <p:extLst>
      <p:ext uri="{BB962C8B-B14F-4D97-AF65-F5344CB8AC3E}">
        <p14:creationId xmlns:p14="http://schemas.microsoft.com/office/powerpoint/2010/main" val="886817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Master" Target="../slideMasters/slideMaster1.xml"/><Relationship Id="rId1" Type="http://schemas.openxmlformats.org/officeDocument/2006/relationships/tags" Target="../tags/tag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TITLE SLIDE Left Horizontal Window_KPMG Imag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E8C496-B3E1-B09E-D88E-EFF8E37056B4}"/>
              </a:ext>
            </a:extLst>
          </p:cNvPr>
          <p:cNvPicPr>
            <a:picLocks noChangeAspect="1"/>
          </p:cNvPicPr>
          <p:nvPr userDrawn="1"/>
        </p:nvPicPr>
        <p:blipFill>
          <a:blip r:embed="rId2"/>
          <a:srcRect l="14" r="14"/>
          <a:stretch/>
        </p:blipFill>
        <p:spPr>
          <a:xfrm>
            <a:off x="0" y="0"/>
            <a:ext cx="12190045" cy="6858000"/>
          </a:xfrm>
          <a:prstGeom prst="rect">
            <a:avLst/>
          </a:prstGeom>
        </p:spPr>
      </p:pic>
      <p:sp>
        <p:nvSpPr>
          <p:cNvPr id="6" name="aria_cover_subtitle"/>
          <p:cNvSpPr>
            <a:spLocks noGrp="1"/>
          </p:cNvSpPr>
          <p:nvPr>
            <p:ph type="body" idx="11"/>
          </p:nvPr>
        </p:nvSpPr>
        <p:spPr>
          <a:xfrm>
            <a:off x="1274841" y="4752153"/>
            <a:ext cx="5765982" cy="816606"/>
          </a:xfrm>
          <a:prstGeom prst="rect">
            <a:avLst/>
          </a:prstGeom>
          <a:ln>
            <a:noFill/>
          </a:ln>
        </p:spPr>
        <p:txBody>
          <a:bodyPr wrap="square" anchor="ctr"/>
          <a:lstStyle>
            <a:lvl1pPr lvl="0">
              <a:defRPr sz="1400">
                <a:solidFill>
                  <a:schemeClr val="bg1"/>
                </a:solidFill>
              </a:defRPr>
            </a:lvl1pPr>
            <a:lvl2pPr lvl="1">
              <a:defRPr sz="1400">
                <a:solidFill>
                  <a:schemeClr val="bg1"/>
                </a:solidFill>
              </a:defRPr>
            </a:lvl2pPr>
            <a:lvl3pPr lvl="2">
              <a:buClr>
                <a:schemeClr val="bg1"/>
              </a:buClr>
              <a:defRPr sz="1100">
                <a:solidFill>
                  <a:schemeClr val="bg1"/>
                </a:solidFill>
              </a:defRPr>
            </a:lvl3pPr>
            <a:lvl4pPr lvl="3">
              <a:buClr>
                <a:schemeClr val="bg1"/>
              </a:buClr>
              <a:defRPr sz="1100">
                <a:solidFill>
                  <a:schemeClr val="bg1"/>
                </a:solidFill>
              </a:defRPr>
            </a:lvl4pPr>
            <a:lvl5pPr lvl="4">
              <a:buClr>
                <a:schemeClr val="bg1"/>
              </a:buClr>
              <a:defRPr sz="1100">
                <a:solidFill>
                  <a:schemeClr val="bg1"/>
                </a:solidFill>
              </a:defRPr>
            </a:lvl5pPr>
          </a:lstStyle>
          <a:p>
            <a:pPr lvl="0"/>
            <a:r>
              <a:rPr lang="en-US" altLang="en-US" dirty="0"/>
              <a:t>Click to edit Master text styles</a:t>
            </a:r>
          </a:p>
          <a:p>
            <a:pPr lvl="1"/>
            <a:r>
              <a:rPr lang="en-US" altLang="en-US" dirty="0"/>
              <a:t>Second level</a:t>
            </a:r>
          </a:p>
        </p:txBody>
      </p:sp>
      <p:sp>
        <p:nvSpPr>
          <p:cNvPr id="2" name="aria_cover_title"/>
          <p:cNvSpPr>
            <a:spLocks noGrp="1"/>
          </p:cNvSpPr>
          <p:nvPr>
            <p:ph type="ctrTitle" hasCustomPrompt="1"/>
          </p:nvPr>
        </p:nvSpPr>
        <p:spPr>
          <a:xfrm>
            <a:off x="1274841" y="1764699"/>
            <a:ext cx="5765982" cy="2903488"/>
          </a:xfrm>
          <a:prstGeom prst="rect">
            <a:avLst/>
          </a:prstGeom>
          <a:noFill/>
          <a:ln>
            <a:noFill/>
          </a:ln>
        </p:spPr>
        <p:txBody>
          <a:bodyPr lIns="0" tIns="0" rIns="0" bIns="0" anchor="ctr" anchorCtr="0"/>
          <a:lstStyle>
            <a:lvl1pPr lvl="0" algn="l">
              <a:defRPr sz="6600" baseline="0">
                <a:solidFill>
                  <a:schemeClr val="bg1"/>
                </a:solidFill>
              </a:defRPr>
            </a:lvl1pPr>
          </a:lstStyle>
          <a:p>
            <a:r>
              <a:rPr lang="en-US" altLang="en-US" dirty="0"/>
              <a:t>Title slide text only</a:t>
            </a:r>
          </a:p>
        </p:txBody>
      </p:sp>
    </p:spTree>
    <p:extLst>
      <p:ext uri="{BB962C8B-B14F-4D97-AF65-F5344CB8AC3E}">
        <p14:creationId xmlns:p14="http://schemas.microsoft.com/office/powerpoint/2010/main" val="1809387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9" name="aria_slide_body"/>
          <p:cNvSpPr>
            <a:spLocks noGrp="1"/>
          </p:cNvSpPr>
          <p:nvPr>
            <p:ph type="body" sz="quarter" idx="10"/>
          </p:nvPr>
        </p:nvSpPr>
        <p:spPr>
          <a:xfrm>
            <a:off x="995363" y="1330126"/>
            <a:ext cx="1019823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aria_slide_title">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47953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One Column Text">
    <p:spTree>
      <p:nvGrpSpPr>
        <p:cNvPr id="1" name=""/>
        <p:cNvGrpSpPr/>
        <p:nvPr/>
      </p:nvGrpSpPr>
      <p:grpSpPr>
        <a:xfrm>
          <a:off x="0" y="0"/>
          <a:ext cx="0" cy="0"/>
          <a:chOff x="0" y="0"/>
          <a:chExt cx="0" cy="0"/>
        </a:xfrm>
      </p:grpSpPr>
      <p:sp>
        <p:nvSpPr>
          <p:cNvPr id="3" name="aria_right_body">
            <a:extLst>
              <a:ext uri="{FF2B5EF4-FFF2-40B4-BE49-F238E27FC236}">
                <a16:creationId xmlns:a16="http://schemas.microsoft.com/office/drawing/2014/main" id="{58A339FD-473E-A772-84E4-CB4D677DD648}"/>
              </a:ext>
            </a:extLst>
          </p:cNvPr>
          <p:cNvSpPr>
            <a:spLocks noGrp="1"/>
          </p:cNvSpPr>
          <p:nvPr>
            <p:ph type="body" sz="quarter" idx="11"/>
          </p:nvPr>
        </p:nvSpPr>
        <p:spPr>
          <a:xfrm>
            <a:off x="6481763" y="1330126"/>
            <a:ext cx="526827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aria_left_body"/>
          <p:cNvSpPr>
            <a:spLocks noGrp="1"/>
          </p:cNvSpPr>
          <p:nvPr>
            <p:ph type="body" sz="quarter" idx="10"/>
          </p:nvPr>
        </p:nvSpPr>
        <p:spPr>
          <a:xfrm>
            <a:off x="995363" y="1330126"/>
            <a:ext cx="526827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aria_slide_title">
            <a:extLst>
              <a:ext uri="{FF2B5EF4-FFF2-40B4-BE49-F238E27FC236}">
                <a16:creationId xmlns:a16="http://schemas.microsoft.com/office/drawing/2014/main" id="{8CCFC99C-7410-4D22-BA8D-48877FCFB6C0}"/>
              </a:ext>
            </a:extLst>
          </p:cNvPr>
          <p:cNvSpPr>
            <a:spLocks noGrp="1"/>
          </p:cNvSpPr>
          <p:nvPr>
            <p:ph type="title"/>
          </p:nvPr>
        </p:nvSpPr>
        <p:spPr>
          <a:xfrm>
            <a:off x="995362" y="431800"/>
            <a:ext cx="10754678" cy="539750"/>
          </a:xfrm>
        </p:spPr>
        <p:txBody>
          <a:bodyPr/>
          <a:lstStyle/>
          <a:p>
            <a:r>
              <a:rPr lang="en-US"/>
              <a:t>Click to edit Master title style</a:t>
            </a:r>
            <a:endParaRPr lang="en-GB"/>
          </a:p>
        </p:txBody>
      </p:sp>
    </p:spTree>
    <p:extLst>
      <p:ext uri="{BB962C8B-B14F-4D97-AF65-F5344CB8AC3E}">
        <p14:creationId xmlns:p14="http://schemas.microsoft.com/office/powerpoint/2010/main" val="1198907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One Column Text">
    <p:spTree>
      <p:nvGrpSpPr>
        <p:cNvPr id="1" name=""/>
        <p:cNvGrpSpPr/>
        <p:nvPr/>
      </p:nvGrpSpPr>
      <p:grpSpPr>
        <a:xfrm>
          <a:off x="0" y="0"/>
          <a:ext cx="0" cy="0"/>
          <a:chOff x="0" y="0"/>
          <a:chExt cx="0" cy="0"/>
        </a:xfrm>
      </p:grpSpPr>
      <p:sp>
        <p:nvSpPr>
          <p:cNvPr id="9" name="aria_slide_body"/>
          <p:cNvSpPr>
            <a:spLocks noGrp="1"/>
          </p:cNvSpPr>
          <p:nvPr>
            <p:ph type="body" sz="quarter" idx="10"/>
          </p:nvPr>
        </p:nvSpPr>
        <p:spPr>
          <a:xfrm>
            <a:off x="995363" y="1330126"/>
            <a:ext cx="526827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aria_slide_title">
            <a:extLst>
              <a:ext uri="{FF2B5EF4-FFF2-40B4-BE49-F238E27FC236}">
                <a16:creationId xmlns:a16="http://schemas.microsoft.com/office/drawing/2014/main" id="{8CCFC99C-7410-4D22-BA8D-48877FCFB6C0}"/>
              </a:ext>
            </a:extLst>
          </p:cNvPr>
          <p:cNvSpPr>
            <a:spLocks noGrp="1"/>
          </p:cNvSpPr>
          <p:nvPr>
            <p:ph type="title"/>
          </p:nvPr>
        </p:nvSpPr>
        <p:spPr>
          <a:xfrm>
            <a:off x="995362" y="431800"/>
            <a:ext cx="10754678" cy="539750"/>
          </a:xfrm>
        </p:spPr>
        <p:txBody>
          <a:bodyPr/>
          <a:lstStyle/>
          <a:p>
            <a:r>
              <a:rPr lang="en-US"/>
              <a:t>Click to edit Master title style</a:t>
            </a:r>
            <a:endParaRPr lang="en-GB"/>
          </a:p>
        </p:txBody>
      </p:sp>
    </p:spTree>
    <p:extLst>
      <p:ext uri="{BB962C8B-B14F-4D97-AF65-F5344CB8AC3E}">
        <p14:creationId xmlns:p14="http://schemas.microsoft.com/office/powerpoint/2010/main" val="47051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2_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11" name="TextBox 10"/>
          <p:cNvSpPr txBox="1"/>
          <p:nvPr userDrawn="1">
            <p:custDataLst>
              <p:tags r:id="rId1"/>
            </p:custDataLst>
          </p:nvPr>
        </p:nvSpPr>
        <p:spPr>
          <a:xfrm>
            <a:off x="971792" y="5750097"/>
            <a:ext cx="2539157" cy="276999"/>
          </a:xfrm>
          <a:prstGeom prst="rect">
            <a:avLst/>
          </a:prstGeom>
          <a:noFill/>
        </p:spPr>
        <p:txBody>
          <a:bodyPr wrap="none" lIns="0" tIns="0" rIns="0" bIns="0">
            <a:spAutoFit/>
          </a:bodyPr>
          <a:lstStyle/>
          <a:p>
            <a:pPr marL="0" lvl="0" indent="0" algn="l" defTabSz="914377">
              <a:lnSpc>
                <a:spcPct val="100000"/>
              </a:lnSpc>
              <a:spcBef>
                <a:spcPts val="0"/>
              </a:spcBef>
              <a:spcAft>
                <a:spcPts val="0"/>
              </a:spcAft>
              <a:buClrTx/>
              <a:buSzTx/>
              <a:buFontTx/>
              <a:buNone/>
              <a:defRPr/>
            </a:pPr>
            <a:r>
              <a:rPr lang="en-GB" altLang="en-GB" sz="900" b="1" kern="1200" dirty="0">
                <a:solidFill>
                  <a:schemeClr val="bg1"/>
                </a:solidFill>
                <a:latin typeface="Arial"/>
                <a:ea typeface="微软雅黑"/>
              </a:rPr>
              <a:t>Document Classification: KPMG Confidential</a:t>
            </a:r>
          </a:p>
          <a:p>
            <a:pPr marL="0" lvl="0" indent="0" algn="l" defTabSz="914377">
              <a:lnSpc>
                <a:spcPct val="100000"/>
              </a:lnSpc>
              <a:spcBef>
                <a:spcPts val="0"/>
              </a:spcBef>
              <a:spcAft>
                <a:spcPts val="0"/>
              </a:spcAft>
              <a:buClrTx/>
              <a:buSzTx/>
              <a:buFontTx/>
              <a:buNone/>
              <a:defRPr/>
            </a:pPr>
            <a:endParaRPr lang="en-GB" altLang="en-GB" sz="900" b="1" kern="1200" dirty="0">
              <a:solidFill>
                <a:schemeClr val="bg1"/>
              </a:solidFill>
              <a:latin typeface="Arial"/>
              <a:ea typeface="微软雅黑"/>
            </a:endParaRPr>
          </a:p>
        </p:txBody>
      </p:sp>
      <p:sp>
        <p:nvSpPr>
          <p:cNvPr id="41" name="Freeform 19">
            <a:extLst>
              <a:ext uri="{FF2B5EF4-FFF2-40B4-BE49-F238E27FC236}">
                <a16:creationId xmlns:a16="http://schemas.microsoft.com/office/drawing/2014/main" id="{C5124DCF-42F4-4BBE-BCAC-C24058AAE43A}"/>
              </a:ext>
            </a:extLst>
          </p:cNvPr>
          <p:cNvSpPr>
            <a:spLocks noChangeAspect="1" noEditPoints="1"/>
          </p:cNvSpPr>
          <p:nvPr userDrawn="1"/>
        </p:nvSpPr>
        <p:spPr>
          <a:xfrm>
            <a:off x="998478" y="37131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1399" h="371311">
                <a:moveTo>
                  <a:pt x="904958" y="283369"/>
                </a:moveTo>
                <a:cubicBezTo>
                  <a:pt x="856651" y="283369"/>
                  <a:pt x="856651" y="283369"/>
                  <a:pt x="856651" y="283369"/>
                </a:cubicBezTo>
                <a:cubicBezTo>
                  <a:pt x="866312" y="250798"/>
                  <a:pt x="866312" y="250798"/>
                  <a:pt x="866312" y="250798"/>
                </a:cubicBezTo>
                <a:cubicBezTo>
                  <a:pt x="769697" y="250798"/>
                  <a:pt x="769697" y="250798"/>
                  <a:pt x="769697" y="250798"/>
                </a:cubicBezTo>
                <a:cubicBezTo>
                  <a:pt x="763256" y="283369"/>
                  <a:pt x="763256" y="283369"/>
                  <a:pt x="763256" y="283369"/>
                </a:cubicBezTo>
                <a:cubicBezTo>
                  <a:pt x="714949" y="283369"/>
                  <a:pt x="714949" y="283369"/>
                  <a:pt x="714949" y="283369"/>
                </a:cubicBezTo>
                <a:cubicBezTo>
                  <a:pt x="714949" y="276855"/>
                  <a:pt x="714949" y="276855"/>
                  <a:pt x="714949" y="276855"/>
                </a:cubicBezTo>
                <a:cubicBezTo>
                  <a:pt x="718170" y="273598"/>
                  <a:pt x="718170" y="270340"/>
                  <a:pt x="718170" y="263826"/>
                </a:cubicBezTo>
                <a:cubicBezTo>
                  <a:pt x="727831" y="231255"/>
                  <a:pt x="750374" y="195427"/>
                  <a:pt x="785800" y="195427"/>
                </a:cubicBezTo>
                <a:cubicBezTo>
                  <a:pt x="801902" y="195427"/>
                  <a:pt x="818005" y="201941"/>
                  <a:pt x="814784" y="224741"/>
                </a:cubicBezTo>
                <a:cubicBezTo>
                  <a:pt x="872753" y="224741"/>
                  <a:pt x="872753" y="224741"/>
                  <a:pt x="872753" y="224741"/>
                </a:cubicBezTo>
                <a:cubicBezTo>
                  <a:pt x="875974" y="214970"/>
                  <a:pt x="879194" y="198684"/>
                  <a:pt x="866312" y="182398"/>
                </a:cubicBezTo>
                <a:cubicBezTo>
                  <a:pt x="856651" y="166113"/>
                  <a:pt x="830887" y="156341"/>
                  <a:pt x="798682" y="156341"/>
                </a:cubicBezTo>
                <a:cubicBezTo>
                  <a:pt x="776138" y="156341"/>
                  <a:pt x="743933" y="162856"/>
                  <a:pt x="714949" y="179141"/>
                </a:cubicBezTo>
                <a:cubicBezTo>
                  <a:pt x="714949" y="6514"/>
                  <a:pt x="714949" y="6514"/>
                  <a:pt x="714949" y="6514"/>
                </a:cubicBezTo>
                <a:cubicBezTo>
                  <a:pt x="904958" y="6514"/>
                  <a:pt x="904958" y="6514"/>
                  <a:pt x="904958" y="6514"/>
                </a:cubicBezTo>
                <a:cubicBezTo>
                  <a:pt x="904958" y="283369"/>
                  <a:pt x="904958" y="283369"/>
                  <a:pt x="904958" y="283369"/>
                </a:cubicBezTo>
                <a:cubicBezTo>
                  <a:pt x="904958" y="283369"/>
                  <a:pt x="904958" y="283369"/>
                  <a:pt x="904958" y="283369"/>
                </a:cubicBezTo>
                <a:close/>
                <a:moveTo>
                  <a:pt x="792241" y="328969"/>
                </a:moveTo>
                <a:cubicBezTo>
                  <a:pt x="782579" y="332226"/>
                  <a:pt x="772918" y="332226"/>
                  <a:pt x="763256" y="332226"/>
                </a:cubicBezTo>
                <a:cubicBezTo>
                  <a:pt x="734272" y="332226"/>
                  <a:pt x="714949" y="319197"/>
                  <a:pt x="714949" y="289883"/>
                </a:cubicBezTo>
                <a:cubicBezTo>
                  <a:pt x="801902" y="289883"/>
                  <a:pt x="801902" y="289883"/>
                  <a:pt x="801902" y="289883"/>
                </a:cubicBezTo>
                <a:cubicBezTo>
                  <a:pt x="792241" y="328969"/>
                  <a:pt x="792241" y="328969"/>
                  <a:pt x="792241" y="328969"/>
                </a:cubicBezTo>
                <a:cubicBezTo>
                  <a:pt x="792241" y="328969"/>
                  <a:pt x="792241" y="328969"/>
                  <a:pt x="792241" y="328969"/>
                </a:cubicBezTo>
                <a:close/>
                <a:moveTo>
                  <a:pt x="685965" y="172627"/>
                </a:moveTo>
                <a:cubicBezTo>
                  <a:pt x="685965" y="211712"/>
                  <a:pt x="685965" y="211712"/>
                  <a:pt x="685965" y="211712"/>
                </a:cubicBezTo>
                <a:cubicBezTo>
                  <a:pt x="673083" y="231255"/>
                  <a:pt x="663421" y="250798"/>
                  <a:pt x="660201" y="267083"/>
                </a:cubicBezTo>
                <a:cubicBezTo>
                  <a:pt x="656980" y="270340"/>
                  <a:pt x="656980" y="276855"/>
                  <a:pt x="656980" y="283369"/>
                </a:cubicBezTo>
                <a:cubicBezTo>
                  <a:pt x="627996" y="283369"/>
                  <a:pt x="627996" y="283369"/>
                  <a:pt x="627996" y="283369"/>
                </a:cubicBezTo>
                <a:cubicBezTo>
                  <a:pt x="653760" y="169370"/>
                  <a:pt x="653760" y="169370"/>
                  <a:pt x="653760" y="169370"/>
                </a:cubicBezTo>
                <a:cubicBezTo>
                  <a:pt x="573247" y="169370"/>
                  <a:pt x="573247" y="169370"/>
                  <a:pt x="573247" y="169370"/>
                </a:cubicBezTo>
                <a:cubicBezTo>
                  <a:pt x="502397" y="283369"/>
                  <a:pt x="502397" y="283369"/>
                  <a:pt x="502397" y="283369"/>
                </a:cubicBezTo>
                <a:cubicBezTo>
                  <a:pt x="495956" y="283369"/>
                  <a:pt x="495956" y="283369"/>
                  <a:pt x="495956" y="283369"/>
                </a:cubicBezTo>
                <a:cubicBezTo>
                  <a:pt x="495956" y="6514"/>
                  <a:pt x="495956" y="6514"/>
                  <a:pt x="495956" y="6514"/>
                </a:cubicBezTo>
                <a:cubicBezTo>
                  <a:pt x="685965" y="6514"/>
                  <a:pt x="685965" y="6514"/>
                  <a:pt x="685965" y="6514"/>
                </a:cubicBezTo>
                <a:cubicBezTo>
                  <a:pt x="685965" y="172627"/>
                  <a:pt x="685965" y="172627"/>
                  <a:pt x="685965" y="172627"/>
                </a:cubicBezTo>
                <a:cubicBezTo>
                  <a:pt x="685965" y="172627"/>
                  <a:pt x="685965" y="172627"/>
                  <a:pt x="685965" y="172627"/>
                </a:cubicBezTo>
                <a:close/>
                <a:moveTo>
                  <a:pt x="579688" y="283369"/>
                </a:moveTo>
                <a:cubicBezTo>
                  <a:pt x="550704" y="283369"/>
                  <a:pt x="550704" y="283369"/>
                  <a:pt x="550704" y="283369"/>
                </a:cubicBezTo>
                <a:cubicBezTo>
                  <a:pt x="595791" y="214970"/>
                  <a:pt x="595791" y="214970"/>
                  <a:pt x="595791" y="214970"/>
                </a:cubicBezTo>
                <a:cubicBezTo>
                  <a:pt x="579688" y="283369"/>
                  <a:pt x="579688" y="283369"/>
                  <a:pt x="579688" y="283369"/>
                </a:cubicBezTo>
                <a:cubicBezTo>
                  <a:pt x="579688" y="283369"/>
                  <a:pt x="579688" y="283369"/>
                  <a:pt x="579688" y="283369"/>
                </a:cubicBezTo>
                <a:close/>
                <a:moveTo>
                  <a:pt x="466971" y="169370"/>
                </a:moveTo>
                <a:cubicBezTo>
                  <a:pt x="418664" y="169370"/>
                  <a:pt x="418664" y="169370"/>
                  <a:pt x="418664" y="169370"/>
                </a:cubicBezTo>
                <a:cubicBezTo>
                  <a:pt x="386459" y="283369"/>
                  <a:pt x="386459" y="283369"/>
                  <a:pt x="386459" y="283369"/>
                </a:cubicBezTo>
                <a:cubicBezTo>
                  <a:pt x="334931" y="283369"/>
                  <a:pt x="334931" y="283369"/>
                  <a:pt x="334931" y="283369"/>
                </a:cubicBezTo>
                <a:cubicBezTo>
                  <a:pt x="360695" y="273598"/>
                  <a:pt x="376797" y="254055"/>
                  <a:pt x="383238" y="227998"/>
                </a:cubicBezTo>
                <a:cubicBezTo>
                  <a:pt x="386459" y="208455"/>
                  <a:pt x="383238" y="192170"/>
                  <a:pt x="376797" y="182398"/>
                </a:cubicBezTo>
                <a:cubicBezTo>
                  <a:pt x="363916" y="166113"/>
                  <a:pt x="338152" y="169370"/>
                  <a:pt x="315608" y="169370"/>
                </a:cubicBezTo>
                <a:cubicBezTo>
                  <a:pt x="312388" y="169370"/>
                  <a:pt x="276962" y="169370"/>
                  <a:pt x="276962" y="169370"/>
                </a:cubicBezTo>
                <a:cubicBezTo>
                  <a:pt x="276962" y="6514"/>
                  <a:pt x="276962" y="6514"/>
                  <a:pt x="276962" y="6514"/>
                </a:cubicBezTo>
                <a:cubicBezTo>
                  <a:pt x="466971" y="6514"/>
                  <a:pt x="466971" y="6514"/>
                  <a:pt x="466971" y="6514"/>
                </a:cubicBezTo>
                <a:cubicBezTo>
                  <a:pt x="466971" y="169370"/>
                  <a:pt x="466971" y="169370"/>
                  <a:pt x="466971" y="169370"/>
                </a:cubicBezTo>
                <a:cubicBezTo>
                  <a:pt x="466971" y="169370"/>
                  <a:pt x="466971" y="169370"/>
                  <a:pt x="466971" y="169370"/>
                </a:cubicBezTo>
                <a:close/>
                <a:moveTo>
                  <a:pt x="434766" y="283369"/>
                </a:moveTo>
                <a:cubicBezTo>
                  <a:pt x="454089" y="211712"/>
                  <a:pt x="454089" y="211712"/>
                  <a:pt x="454089" y="211712"/>
                </a:cubicBezTo>
                <a:cubicBezTo>
                  <a:pt x="457310" y="283369"/>
                  <a:pt x="457310" y="283369"/>
                  <a:pt x="457310" y="283369"/>
                </a:cubicBezTo>
                <a:cubicBezTo>
                  <a:pt x="434766" y="283369"/>
                  <a:pt x="434766" y="283369"/>
                  <a:pt x="434766" y="283369"/>
                </a:cubicBezTo>
                <a:cubicBezTo>
                  <a:pt x="434766" y="283369"/>
                  <a:pt x="434766" y="283369"/>
                  <a:pt x="434766" y="283369"/>
                </a:cubicBezTo>
                <a:close/>
                <a:moveTo>
                  <a:pt x="299506" y="257312"/>
                </a:moveTo>
                <a:cubicBezTo>
                  <a:pt x="299506" y="257312"/>
                  <a:pt x="299506" y="257312"/>
                  <a:pt x="299506" y="257312"/>
                </a:cubicBezTo>
                <a:cubicBezTo>
                  <a:pt x="296285" y="257312"/>
                  <a:pt x="293065" y="257312"/>
                  <a:pt x="293065" y="257312"/>
                </a:cubicBezTo>
                <a:cubicBezTo>
                  <a:pt x="289844" y="257312"/>
                  <a:pt x="286624" y="257312"/>
                  <a:pt x="286624" y="257312"/>
                </a:cubicBezTo>
                <a:cubicBezTo>
                  <a:pt x="273742" y="257312"/>
                  <a:pt x="273742" y="257312"/>
                  <a:pt x="273742" y="257312"/>
                </a:cubicBezTo>
                <a:cubicBezTo>
                  <a:pt x="280183" y="234512"/>
                  <a:pt x="280183" y="234512"/>
                  <a:pt x="280183" y="234512"/>
                </a:cubicBezTo>
                <a:cubicBezTo>
                  <a:pt x="280183" y="224741"/>
                  <a:pt x="280183" y="224741"/>
                  <a:pt x="280183" y="224741"/>
                </a:cubicBezTo>
                <a:cubicBezTo>
                  <a:pt x="286624" y="201941"/>
                  <a:pt x="286624" y="201941"/>
                  <a:pt x="286624" y="201941"/>
                </a:cubicBezTo>
                <a:cubicBezTo>
                  <a:pt x="289844" y="201941"/>
                  <a:pt x="293065" y="201941"/>
                  <a:pt x="296285" y="201941"/>
                </a:cubicBezTo>
                <a:cubicBezTo>
                  <a:pt x="305947" y="201941"/>
                  <a:pt x="305947" y="201941"/>
                  <a:pt x="305947" y="201941"/>
                </a:cubicBezTo>
                <a:cubicBezTo>
                  <a:pt x="322049" y="201941"/>
                  <a:pt x="331711" y="201941"/>
                  <a:pt x="334931" y="205198"/>
                </a:cubicBezTo>
                <a:cubicBezTo>
                  <a:pt x="338152" y="211712"/>
                  <a:pt x="338152" y="218227"/>
                  <a:pt x="334931" y="227998"/>
                </a:cubicBezTo>
                <a:cubicBezTo>
                  <a:pt x="328490" y="244284"/>
                  <a:pt x="322049" y="254055"/>
                  <a:pt x="299506" y="257312"/>
                </a:cubicBezTo>
                <a:moveTo>
                  <a:pt x="244757" y="179141"/>
                </a:moveTo>
                <a:cubicBezTo>
                  <a:pt x="241537" y="188913"/>
                  <a:pt x="241537" y="188913"/>
                  <a:pt x="241537" y="188913"/>
                </a:cubicBezTo>
                <a:cubicBezTo>
                  <a:pt x="215773" y="280112"/>
                  <a:pt x="215773" y="280112"/>
                  <a:pt x="215773" y="280112"/>
                </a:cubicBezTo>
                <a:cubicBezTo>
                  <a:pt x="215773" y="283369"/>
                  <a:pt x="215773" y="283369"/>
                  <a:pt x="215773" y="283369"/>
                </a:cubicBezTo>
                <a:cubicBezTo>
                  <a:pt x="125599" y="283369"/>
                  <a:pt x="125599" y="283369"/>
                  <a:pt x="125599" y="283369"/>
                </a:cubicBezTo>
                <a:cubicBezTo>
                  <a:pt x="119158" y="267083"/>
                  <a:pt x="119158" y="267083"/>
                  <a:pt x="119158" y="267083"/>
                </a:cubicBezTo>
                <a:cubicBezTo>
                  <a:pt x="215773" y="169370"/>
                  <a:pt x="215773" y="169370"/>
                  <a:pt x="215773" y="169370"/>
                </a:cubicBezTo>
                <a:cubicBezTo>
                  <a:pt x="154584" y="169370"/>
                  <a:pt x="154584" y="169370"/>
                  <a:pt x="154584" y="169370"/>
                </a:cubicBezTo>
                <a:cubicBezTo>
                  <a:pt x="80512" y="250798"/>
                  <a:pt x="80512" y="250798"/>
                  <a:pt x="80512" y="250798"/>
                </a:cubicBezTo>
                <a:cubicBezTo>
                  <a:pt x="103056" y="169370"/>
                  <a:pt x="103056" y="169370"/>
                  <a:pt x="103056" y="169370"/>
                </a:cubicBezTo>
                <a:cubicBezTo>
                  <a:pt x="57969" y="169370"/>
                  <a:pt x="57969" y="169370"/>
                  <a:pt x="57969" y="169370"/>
                </a:cubicBezTo>
                <a:cubicBezTo>
                  <a:pt x="57969" y="6514"/>
                  <a:pt x="57969" y="6514"/>
                  <a:pt x="57969" y="6514"/>
                </a:cubicBezTo>
                <a:cubicBezTo>
                  <a:pt x="244757" y="6514"/>
                  <a:pt x="244757" y="6514"/>
                  <a:pt x="244757" y="6514"/>
                </a:cubicBezTo>
                <a:cubicBezTo>
                  <a:pt x="244757" y="179141"/>
                  <a:pt x="244757" y="179141"/>
                  <a:pt x="244757" y="179141"/>
                </a:cubicBezTo>
                <a:cubicBezTo>
                  <a:pt x="244757" y="179141"/>
                  <a:pt x="244757" y="179141"/>
                  <a:pt x="244757" y="179141"/>
                </a:cubicBezTo>
                <a:close/>
                <a:moveTo>
                  <a:pt x="70851" y="283369"/>
                </a:moveTo>
                <a:cubicBezTo>
                  <a:pt x="70851" y="283369"/>
                  <a:pt x="70851" y="283369"/>
                  <a:pt x="70851" y="283369"/>
                </a:cubicBezTo>
                <a:cubicBezTo>
                  <a:pt x="70851" y="283369"/>
                  <a:pt x="70851" y="283369"/>
                  <a:pt x="70851" y="283369"/>
                </a:cubicBezTo>
                <a:cubicBezTo>
                  <a:pt x="70851" y="283369"/>
                  <a:pt x="70851" y="283369"/>
                  <a:pt x="70851" y="283369"/>
                </a:cubicBezTo>
                <a:cubicBezTo>
                  <a:pt x="70851" y="283369"/>
                  <a:pt x="70851" y="283369"/>
                  <a:pt x="70851" y="283369"/>
                </a:cubicBezTo>
                <a:close/>
                <a:moveTo>
                  <a:pt x="708508" y="0"/>
                </a:moveTo>
                <a:cubicBezTo>
                  <a:pt x="708508" y="185656"/>
                  <a:pt x="708508" y="185656"/>
                  <a:pt x="708508" y="185656"/>
                </a:cubicBezTo>
                <a:cubicBezTo>
                  <a:pt x="702067" y="192170"/>
                  <a:pt x="695626" y="195427"/>
                  <a:pt x="692406" y="201941"/>
                </a:cubicBezTo>
                <a:cubicBezTo>
                  <a:pt x="692406" y="0"/>
                  <a:pt x="692406" y="0"/>
                  <a:pt x="692406" y="0"/>
                </a:cubicBezTo>
                <a:cubicBezTo>
                  <a:pt x="489515" y="0"/>
                  <a:pt x="489515" y="0"/>
                  <a:pt x="489515" y="0"/>
                </a:cubicBezTo>
                <a:cubicBezTo>
                  <a:pt x="489515" y="169370"/>
                  <a:pt x="489515" y="169370"/>
                  <a:pt x="489515" y="169370"/>
                </a:cubicBezTo>
                <a:cubicBezTo>
                  <a:pt x="473412" y="169370"/>
                  <a:pt x="473412" y="169370"/>
                  <a:pt x="473412" y="169370"/>
                </a:cubicBezTo>
                <a:cubicBezTo>
                  <a:pt x="473412" y="0"/>
                  <a:pt x="473412" y="0"/>
                  <a:pt x="473412" y="0"/>
                </a:cubicBezTo>
                <a:cubicBezTo>
                  <a:pt x="270521" y="0"/>
                  <a:pt x="270521" y="0"/>
                  <a:pt x="270521" y="0"/>
                </a:cubicBezTo>
                <a:cubicBezTo>
                  <a:pt x="270521" y="169370"/>
                  <a:pt x="270521" y="169370"/>
                  <a:pt x="270521" y="169370"/>
                </a:cubicBezTo>
                <a:cubicBezTo>
                  <a:pt x="254419" y="169370"/>
                  <a:pt x="254419" y="169370"/>
                  <a:pt x="254419" y="169370"/>
                </a:cubicBezTo>
                <a:cubicBezTo>
                  <a:pt x="254419" y="0"/>
                  <a:pt x="254419" y="0"/>
                  <a:pt x="254419" y="0"/>
                </a:cubicBezTo>
                <a:cubicBezTo>
                  <a:pt x="51528" y="0"/>
                  <a:pt x="51528" y="0"/>
                  <a:pt x="51528" y="0"/>
                </a:cubicBezTo>
                <a:cubicBezTo>
                  <a:pt x="51528" y="192170"/>
                  <a:pt x="51528" y="192170"/>
                  <a:pt x="51528" y="192170"/>
                </a:cubicBezTo>
                <a:cubicBezTo>
                  <a:pt x="0" y="368054"/>
                  <a:pt x="0" y="368054"/>
                  <a:pt x="0" y="368054"/>
                </a:cubicBezTo>
                <a:cubicBezTo>
                  <a:pt x="45087" y="368054"/>
                  <a:pt x="45087" y="368054"/>
                  <a:pt x="45087" y="368054"/>
                </a:cubicBezTo>
                <a:cubicBezTo>
                  <a:pt x="67630" y="289883"/>
                  <a:pt x="67630" y="289883"/>
                  <a:pt x="67630" y="289883"/>
                </a:cubicBezTo>
                <a:cubicBezTo>
                  <a:pt x="74071" y="289883"/>
                  <a:pt x="74071" y="289883"/>
                  <a:pt x="74071" y="289883"/>
                </a:cubicBezTo>
                <a:cubicBezTo>
                  <a:pt x="112717" y="368054"/>
                  <a:pt x="112717" y="368054"/>
                  <a:pt x="112717" y="368054"/>
                </a:cubicBezTo>
                <a:cubicBezTo>
                  <a:pt x="167466" y="368054"/>
                  <a:pt x="167466" y="368054"/>
                  <a:pt x="167466" y="368054"/>
                </a:cubicBezTo>
                <a:cubicBezTo>
                  <a:pt x="128820" y="289883"/>
                  <a:pt x="128820" y="289883"/>
                  <a:pt x="128820" y="289883"/>
                </a:cubicBezTo>
                <a:cubicBezTo>
                  <a:pt x="212552" y="289883"/>
                  <a:pt x="212552" y="289883"/>
                  <a:pt x="212552" y="289883"/>
                </a:cubicBezTo>
                <a:cubicBezTo>
                  <a:pt x="190009" y="368054"/>
                  <a:pt x="190009" y="368054"/>
                  <a:pt x="190009" y="368054"/>
                </a:cubicBezTo>
                <a:cubicBezTo>
                  <a:pt x="238316" y="368054"/>
                  <a:pt x="238316" y="368054"/>
                  <a:pt x="238316" y="368054"/>
                </a:cubicBezTo>
                <a:cubicBezTo>
                  <a:pt x="260860" y="289883"/>
                  <a:pt x="260860" y="289883"/>
                  <a:pt x="260860" y="289883"/>
                </a:cubicBezTo>
                <a:cubicBezTo>
                  <a:pt x="273742" y="289883"/>
                  <a:pt x="273742" y="289883"/>
                  <a:pt x="273742" y="289883"/>
                </a:cubicBezTo>
                <a:cubicBezTo>
                  <a:pt x="273742" y="289883"/>
                  <a:pt x="273742" y="289883"/>
                  <a:pt x="273742" y="289883"/>
                </a:cubicBezTo>
                <a:cubicBezTo>
                  <a:pt x="289844" y="289883"/>
                  <a:pt x="289844" y="289883"/>
                  <a:pt x="289844" y="289883"/>
                </a:cubicBezTo>
                <a:cubicBezTo>
                  <a:pt x="289844" y="289883"/>
                  <a:pt x="289844" y="289883"/>
                  <a:pt x="289844" y="289883"/>
                </a:cubicBezTo>
                <a:cubicBezTo>
                  <a:pt x="383238" y="289883"/>
                  <a:pt x="383238" y="289883"/>
                  <a:pt x="383238" y="289883"/>
                </a:cubicBezTo>
                <a:cubicBezTo>
                  <a:pt x="360695" y="368054"/>
                  <a:pt x="360695" y="368054"/>
                  <a:pt x="360695" y="368054"/>
                </a:cubicBezTo>
                <a:cubicBezTo>
                  <a:pt x="412223" y="368054"/>
                  <a:pt x="412223" y="368054"/>
                  <a:pt x="412223" y="368054"/>
                </a:cubicBezTo>
                <a:cubicBezTo>
                  <a:pt x="434766" y="289883"/>
                  <a:pt x="434766" y="289883"/>
                  <a:pt x="434766" y="289883"/>
                </a:cubicBezTo>
                <a:cubicBezTo>
                  <a:pt x="457310" y="289883"/>
                  <a:pt x="457310" y="289883"/>
                  <a:pt x="457310" y="289883"/>
                </a:cubicBezTo>
                <a:cubicBezTo>
                  <a:pt x="457310" y="368054"/>
                  <a:pt x="457310" y="368054"/>
                  <a:pt x="457310" y="368054"/>
                </a:cubicBezTo>
                <a:cubicBezTo>
                  <a:pt x="499176" y="368054"/>
                  <a:pt x="499176" y="368054"/>
                  <a:pt x="499176" y="368054"/>
                </a:cubicBezTo>
                <a:cubicBezTo>
                  <a:pt x="547483" y="289883"/>
                  <a:pt x="547483" y="289883"/>
                  <a:pt x="547483" y="289883"/>
                </a:cubicBezTo>
                <a:cubicBezTo>
                  <a:pt x="579688" y="289883"/>
                  <a:pt x="579688" y="289883"/>
                  <a:pt x="579688" y="289883"/>
                </a:cubicBezTo>
                <a:cubicBezTo>
                  <a:pt x="563586" y="368054"/>
                  <a:pt x="563586" y="368054"/>
                  <a:pt x="563586" y="368054"/>
                </a:cubicBezTo>
                <a:cubicBezTo>
                  <a:pt x="611893" y="368054"/>
                  <a:pt x="611893" y="368054"/>
                  <a:pt x="611893" y="368054"/>
                </a:cubicBezTo>
                <a:cubicBezTo>
                  <a:pt x="627996" y="289883"/>
                  <a:pt x="627996" y="289883"/>
                  <a:pt x="627996" y="289883"/>
                </a:cubicBezTo>
                <a:cubicBezTo>
                  <a:pt x="656980" y="289883"/>
                  <a:pt x="656980" y="289883"/>
                  <a:pt x="656980" y="289883"/>
                </a:cubicBezTo>
                <a:cubicBezTo>
                  <a:pt x="653760" y="312683"/>
                  <a:pt x="660201" y="335483"/>
                  <a:pt x="676303" y="351768"/>
                </a:cubicBezTo>
                <a:cubicBezTo>
                  <a:pt x="695626" y="368054"/>
                  <a:pt x="724611" y="371311"/>
                  <a:pt x="747154" y="371311"/>
                </a:cubicBezTo>
                <a:cubicBezTo>
                  <a:pt x="776138" y="371311"/>
                  <a:pt x="808343" y="368054"/>
                  <a:pt x="837328" y="361540"/>
                </a:cubicBezTo>
                <a:cubicBezTo>
                  <a:pt x="856651" y="289883"/>
                  <a:pt x="856651" y="289883"/>
                  <a:pt x="856651" y="289883"/>
                </a:cubicBezTo>
                <a:cubicBezTo>
                  <a:pt x="911399" y="289883"/>
                  <a:pt x="911399" y="289883"/>
                  <a:pt x="911399" y="289883"/>
                </a:cubicBezTo>
                <a:cubicBezTo>
                  <a:pt x="911399" y="0"/>
                  <a:pt x="911399" y="0"/>
                  <a:pt x="911399" y="0"/>
                </a:cubicBezTo>
                <a:cubicBezTo>
                  <a:pt x="708508" y="0"/>
                  <a:pt x="708508" y="0"/>
                  <a:pt x="708508" y="0"/>
                </a:cubicBezTo>
                <a:cubicBezTo>
                  <a:pt x="708508" y="0"/>
                  <a:pt x="708508" y="0"/>
                  <a:pt x="708508" y="0"/>
                </a:cubicBezTo>
                <a:close/>
              </a:path>
            </a:pathLst>
          </a:custGeom>
          <a:solidFill>
            <a:schemeClr val="bg1"/>
          </a:solidFill>
          <a:ln>
            <a:noFill/>
          </a:ln>
        </p:spPr>
        <p:txBody>
          <a:bodyPr vert="horz" wrap="square" lIns="91440" tIns="45720" rIns="91440" bIns="45720" numCol="1" anchor="t" anchorCtr="0"/>
          <a:lstStyle/>
          <a:p>
            <a:endParaRPr lang="en-GB" altLang="en-GB" sz="1800"/>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idx="10"/>
          </p:nvPr>
        </p:nvSpPr>
        <p:spPr>
          <a:xfrm>
            <a:off x="989012" y="3702050"/>
            <a:ext cx="6660000" cy="1843088"/>
          </a:xfrm>
          <a:prstGeom prst="rect">
            <a:avLst/>
          </a:prstGeom>
        </p:spPr>
        <p:txBody>
          <a:bodyPr anchor="b"/>
          <a:lstStyle>
            <a:lvl1pPr lvl="0">
              <a:spcAft>
                <a:spcPts val="1000"/>
              </a:spcAft>
              <a:defRPr sz="900" b="0">
                <a:solidFill>
                  <a:schemeClr val="bg1"/>
                </a:solidFill>
              </a:defRPr>
            </a:lvl1pPr>
            <a:lvl2pPr lvl="1">
              <a:spcAft>
                <a:spcPts val="1000"/>
              </a:spcAft>
              <a:defRPr sz="900" b="0">
                <a:solidFill>
                  <a:schemeClr val="bg1"/>
                </a:solidFill>
              </a:defRPr>
            </a:lvl2pPr>
          </a:lstStyle>
          <a:p>
            <a:pPr lvl="0"/>
            <a:r>
              <a:rPr lang="en-US" altLang="en-US"/>
              <a:t>Click to edit Master text styles</a:t>
            </a:r>
          </a:p>
          <a:p>
            <a:pPr lvl="1"/>
            <a:r>
              <a:rPr lang="en-US" altLang="en-US"/>
              <a:t>Second level</a:t>
            </a:r>
          </a:p>
        </p:txBody>
      </p:sp>
      <p:sp>
        <p:nvSpPr>
          <p:cNvPr id="43" name="Text Placeholder 2">
            <a:extLst>
              <a:ext uri="{FF2B5EF4-FFF2-40B4-BE49-F238E27FC236}">
                <a16:creationId xmlns:a16="http://schemas.microsoft.com/office/drawing/2014/main" id="{8E01CBC1-FC71-43BD-845D-21EEEFA25661}"/>
              </a:ext>
            </a:extLst>
          </p:cNvPr>
          <p:cNvSpPr>
            <a:spLocks noGrp="1"/>
          </p:cNvSpPr>
          <p:nvPr>
            <p:ph type="body" idx="14"/>
          </p:nvPr>
        </p:nvSpPr>
        <p:spPr>
          <a:xfrm>
            <a:off x="989012" y="3351965"/>
            <a:ext cx="2411739" cy="119064"/>
          </a:xfrm>
          <a:prstGeom prst="rect">
            <a:avLst/>
          </a:prstGeom>
        </p:spPr>
        <p:txBody>
          <a:bodyPr/>
          <a:lstStyle>
            <a:lvl1pPr lvl="0">
              <a:buFontTx/>
              <a:buNone/>
              <a:defRPr sz="1200" b="1">
                <a:solidFill>
                  <a:schemeClr val="bg1"/>
                </a:solidFill>
              </a:defRPr>
            </a:lvl1pPr>
            <a:lvl2pPr lvl="1">
              <a:buFontTx/>
              <a:buNone/>
              <a:defRPr sz="900" b="0">
                <a:solidFill>
                  <a:schemeClr val="bg1">
                    <a:lumMod val="65000"/>
                  </a:schemeClr>
                </a:solidFill>
              </a:defRPr>
            </a:lvl2pPr>
            <a:lvl3pPr marL="0" lvl="2" indent="0">
              <a:buFontTx/>
              <a:buNone/>
              <a:defRPr sz="900" b="0">
                <a:solidFill>
                  <a:schemeClr val="bg1">
                    <a:lumMod val="65000"/>
                  </a:schemeClr>
                </a:solidFill>
              </a:defRPr>
            </a:lvl3pPr>
            <a:lvl4pPr marL="345591" lvl="3" indent="0">
              <a:buFontTx/>
              <a:buNone/>
              <a:defRPr sz="900" b="0">
                <a:solidFill>
                  <a:schemeClr val="bg1">
                    <a:lumMod val="65000"/>
                  </a:schemeClr>
                </a:solidFill>
              </a:defRPr>
            </a:lvl4pPr>
            <a:lvl5pPr marL="539987" lvl="4" indent="0">
              <a:buFontTx/>
              <a:buNone/>
              <a:defRPr sz="900" b="0">
                <a:solidFill>
                  <a:schemeClr val="bg1">
                    <a:lumMod val="65000"/>
                  </a:schemeClr>
                </a:solidFill>
              </a:defRPr>
            </a:lvl5pPr>
          </a:lstStyle>
          <a:p>
            <a:pPr lvl="0"/>
            <a:r>
              <a:rPr lang="en-US" altLang="en-US"/>
              <a:t>Click to edit Master text styles</a:t>
            </a:r>
          </a:p>
        </p:txBody>
      </p:sp>
      <p:grpSp>
        <p:nvGrpSpPr>
          <p:cNvPr id="4" name="Group 3">
            <a:extLst>
              <a:ext uri="{FF2B5EF4-FFF2-40B4-BE49-F238E27FC236}">
                <a16:creationId xmlns:a16="http://schemas.microsoft.com/office/drawing/2014/main" id="{1C4D5492-D401-42A2-B377-EA27220983D3}"/>
              </a:ext>
            </a:extLst>
          </p:cNvPr>
          <p:cNvGrpSpPr/>
          <p:nvPr userDrawn="1"/>
        </p:nvGrpSpPr>
        <p:grpSpPr>
          <a:xfrm>
            <a:off x="998476" y="2881531"/>
            <a:ext cx="2023200" cy="367957"/>
            <a:chOff x="998476" y="2881529"/>
            <a:chExt cx="2023200" cy="367957"/>
          </a:xfrm>
        </p:grpSpPr>
        <p:sp>
          <p:nvSpPr>
            <p:cNvPr id="15" name="Rectangle 14">
              <a:extLst>
                <a:ext uri="{FF2B5EF4-FFF2-40B4-BE49-F238E27FC236}">
                  <a16:creationId xmlns:a16="http://schemas.microsoft.com/office/drawing/2014/main" id="{CF196AFE-0767-4ACF-9869-412F4845EABF}"/>
                </a:ext>
              </a:extLst>
            </p:cNvPr>
            <p:cNvSpPr/>
            <p:nvPr userDrawn="1"/>
          </p:nvSpPr>
          <p:spPr>
            <a:xfrm>
              <a:off x="1441950" y="2918577"/>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16" name="Rectangle 15">
              <a:extLst>
                <a:ext uri="{FF2B5EF4-FFF2-40B4-BE49-F238E27FC236}">
                  <a16:creationId xmlns:a16="http://schemas.microsoft.com/office/drawing/2014/main" id="{1E42C7C2-E55C-467A-A194-4BA78575F316}"/>
                </a:ext>
              </a:extLst>
            </p:cNvPr>
            <p:cNvSpPr/>
            <p:nvPr userDrawn="1"/>
          </p:nvSpPr>
          <p:spPr>
            <a:xfrm>
              <a:off x="1877844" y="2918577"/>
              <a:ext cx="281156" cy="322952"/>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17" name="Rectangle 16">
              <a:extLst>
                <a:ext uri="{FF2B5EF4-FFF2-40B4-BE49-F238E27FC236}">
                  <a16:creationId xmlns:a16="http://schemas.microsoft.com/office/drawing/2014/main" id="{C45E1FE7-629E-4892-B2EB-2FDAB3326BE5}"/>
                </a:ext>
              </a:extLst>
            </p:cNvPr>
            <p:cNvSpPr/>
            <p:nvPr userDrawn="1"/>
          </p:nvSpPr>
          <p:spPr>
            <a:xfrm>
              <a:off x="2689276" y="2924173"/>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2" name="Rectangle 1">
              <a:extLst>
                <a:ext uri="{FF2B5EF4-FFF2-40B4-BE49-F238E27FC236}">
                  <a16:creationId xmlns:a16="http://schemas.microsoft.com/office/drawing/2014/main" id="{07E3B322-EB53-4C7E-8968-4B7B3CE2432E}"/>
                </a:ext>
              </a:extLst>
            </p:cNvPr>
            <p:cNvSpPr/>
            <p:nvPr userDrawn="1"/>
          </p:nvSpPr>
          <p:spPr>
            <a:xfrm>
              <a:off x="1025526" y="2924174"/>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pic>
          <p:nvPicPr>
            <p:cNvPr id="9" name="Picture 8">
              <a:extLst>
                <a:ext uri="{FF2B5EF4-FFF2-40B4-BE49-F238E27FC236}">
                  <a16:creationId xmlns:a16="http://schemas.microsoft.com/office/drawing/2014/main" id="{3F3E6F56-5300-4CC2-8B6F-98341C903AA6}"/>
                </a:ext>
              </a:extLst>
            </p:cNvPr>
            <p:cNvPicPr>
              <a:picLocks noChangeAspect="1"/>
            </p:cNvPicPr>
            <p:nvPr userDrawn="1"/>
          </p:nvPicPr>
          <p:blipFill>
            <a:blip r:embed="rId3" cstate="screen"/>
            <a:stretch>
              <a:fillRect/>
            </a:stretch>
          </p:blipFill>
          <p:spPr>
            <a:xfrm>
              <a:off x="1822950" y="2881529"/>
              <a:ext cx="360000" cy="360000"/>
            </a:xfrm>
            <a:prstGeom prst="rect">
              <a:avLst/>
            </a:prstGeom>
          </p:spPr>
        </p:pic>
        <p:pic>
          <p:nvPicPr>
            <p:cNvPr id="10" name="Picture 9" descr="Icon&#10;&#10;Description automatically generated">
              <a:extLst>
                <a:ext uri="{FF2B5EF4-FFF2-40B4-BE49-F238E27FC236}">
                  <a16:creationId xmlns:a16="http://schemas.microsoft.com/office/drawing/2014/main" id="{5688464F-C48A-4F62-97E1-E717A76F030E}"/>
                </a:ext>
              </a:extLst>
            </p:cNvPr>
            <p:cNvPicPr>
              <a:picLocks noChangeAspect="1"/>
            </p:cNvPicPr>
            <p:nvPr userDrawn="1"/>
          </p:nvPicPr>
          <p:blipFill>
            <a:blip r:embed="rId4" cstate="screen"/>
            <a:stretch>
              <a:fillRect/>
            </a:stretch>
          </p:blipFill>
          <p:spPr>
            <a:xfrm>
              <a:off x="2242336" y="2881529"/>
              <a:ext cx="359648" cy="360000"/>
            </a:xfrm>
            <a:prstGeom prst="rect">
              <a:avLst/>
            </a:prstGeom>
          </p:spPr>
        </p:pic>
        <p:pic>
          <p:nvPicPr>
            <p:cNvPr id="12" name="Picture 11" descr="Logo&#10;&#10;Description automatically generated">
              <a:extLst>
                <a:ext uri="{FF2B5EF4-FFF2-40B4-BE49-F238E27FC236}">
                  <a16:creationId xmlns:a16="http://schemas.microsoft.com/office/drawing/2014/main" id="{3DBC0AA5-6153-434E-A0C9-A5D940745C9A}"/>
                </a:ext>
              </a:extLst>
            </p:cNvPr>
            <p:cNvPicPr>
              <a:picLocks noChangeAspect="1"/>
            </p:cNvPicPr>
            <p:nvPr userDrawn="1"/>
          </p:nvPicPr>
          <p:blipFill>
            <a:blip r:embed="rId5" cstate="screen"/>
            <a:stretch>
              <a:fillRect/>
            </a:stretch>
          </p:blipFill>
          <p:spPr>
            <a:xfrm>
              <a:off x="1414350" y="2889486"/>
              <a:ext cx="360000" cy="360000"/>
            </a:xfrm>
            <a:prstGeom prst="rect">
              <a:avLst/>
            </a:prstGeom>
          </p:spPr>
        </p:pic>
        <p:pic>
          <p:nvPicPr>
            <p:cNvPr id="13" name="Picture 12" descr="Logo&#10;&#10;Description automatically generated">
              <a:extLst>
                <a:ext uri="{FF2B5EF4-FFF2-40B4-BE49-F238E27FC236}">
                  <a16:creationId xmlns:a16="http://schemas.microsoft.com/office/drawing/2014/main" id="{809B7D2B-5280-4ED4-B112-B6C654C52EF6}"/>
                </a:ext>
              </a:extLst>
            </p:cNvPr>
            <p:cNvPicPr>
              <a:picLocks noChangeAspect="1"/>
            </p:cNvPicPr>
            <p:nvPr userDrawn="1"/>
          </p:nvPicPr>
          <p:blipFill>
            <a:blip r:embed="rId6" cstate="screen"/>
            <a:stretch>
              <a:fillRect/>
            </a:stretch>
          </p:blipFill>
          <p:spPr>
            <a:xfrm>
              <a:off x="998476" y="2884275"/>
              <a:ext cx="360000" cy="360000"/>
            </a:xfrm>
            <a:prstGeom prst="rect">
              <a:avLst/>
            </a:prstGeom>
          </p:spPr>
        </p:pic>
        <p:pic>
          <p:nvPicPr>
            <p:cNvPr id="14" name="Picture 13" descr="Icon&#10;&#10;Description automatically generated">
              <a:extLst>
                <a:ext uri="{FF2B5EF4-FFF2-40B4-BE49-F238E27FC236}">
                  <a16:creationId xmlns:a16="http://schemas.microsoft.com/office/drawing/2014/main" id="{B338E268-56D8-4524-BB26-DA84FEEF8615}"/>
                </a:ext>
              </a:extLst>
            </p:cNvPr>
            <p:cNvPicPr>
              <a:picLocks noChangeAspect="1"/>
            </p:cNvPicPr>
            <p:nvPr userDrawn="1"/>
          </p:nvPicPr>
          <p:blipFill>
            <a:blip r:embed="rId7" cstate="screen"/>
            <a:stretch>
              <a:fillRect/>
            </a:stretch>
          </p:blipFill>
          <p:spPr>
            <a:xfrm>
              <a:off x="2661676" y="2881529"/>
              <a:ext cx="360000" cy="360000"/>
            </a:xfrm>
            <a:prstGeom prst="rect">
              <a:avLst/>
            </a:prstGeom>
          </p:spPr>
        </p:pic>
      </p:grpSp>
    </p:spTree>
    <p:extLst>
      <p:ext uri="{BB962C8B-B14F-4D97-AF65-F5344CB8AC3E}">
        <p14:creationId xmlns:p14="http://schemas.microsoft.com/office/powerpoint/2010/main" val="37087872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2_Cover 05">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light, night sky&#10;&#10;Description automatically generated">
            <a:extLst>
              <a:ext uri="{FF2B5EF4-FFF2-40B4-BE49-F238E27FC236}">
                <a16:creationId xmlns:a16="http://schemas.microsoft.com/office/drawing/2014/main" id="{16F97F43-F5F4-BBB5-AFD5-322FA0967AE5}"/>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12BCE566-9F8D-8D92-B66E-82E51106748D}"/>
              </a:ext>
            </a:extLst>
          </p:cNvPr>
          <p:cNvSpPr/>
          <p:nvPr userDrawn="1"/>
        </p:nvSpPr>
        <p:spPr>
          <a:xfrm>
            <a:off x="995363" y="0"/>
            <a:ext cx="4427537" cy="5876925"/>
          </a:xfrm>
          <a:prstGeom prst="rect">
            <a:avLst/>
          </a:prstGeom>
          <a:solidFill>
            <a:schemeClr val="accent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 name="Text Placeholder 16">
            <a:extLst>
              <a:ext uri="{FF2B5EF4-FFF2-40B4-BE49-F238E27FC236}">
                <a16:creationId xmlns:a16="http://schemas.microsoft.com/office/drawing/2014/main" id="{CFA69F8E-C80A-AD61-B8C5-3430088FD7B4}"/>
              </a:ext>
            </a:extLst>
          </p:cNvPr>
          <p:cNvSpPr>
            <a:spLocks noGrp="1"/>
          </p:cNvSpPr>
          <p:nvPr>
            <p:ph type="body" sz="quarter" idx="10" hasCustomPrompt="1"/>
          </p:nvPr>
        </p:nvSpPr>
        <p:spPr>
          <a:xfrm>
            <a:off x="1396999" y="1069975"/>
            <a:ext cx="1400175" cy="1698927"/>
          </a:xfrm>
        </p:spPr>
        <p:txBody>
          <a:bodyPr>
            <a:noAutofit/>
          </a:bodyPr>
          <a:lstStyle>
            <a:lvl1pPr>
              <a:lnSpc>
                <a:spcPct val="80000"/>
              </a:lnSpc>
              <a:defRPr sz="13800">
                <a:solidFill>
                  <a:schemeClr val="bg1"/>
                </a:solidFill>
                <a:latin typeface="+mj-lt"/>
              </a:defRPr>
            </a:lvl1pPr>
          </a:lstStyle>
          <a:p>
            <a:pPr lvl="0"/>
            <a:r>
              <a:rPr lang="en-US" dirty="0"/>
              <a:t>01</a:t>
            </a:r>
          </a:p>
        </p:txBody>
      </p:sp>
      <p:sp>
        <p:nvSpPr>
          <p:cNvPr id="2" name="Shape 8">
            <a:extLst>
              <a:ext uri="{FF2B5EF4-FFF2-40B4-BE49-F238E27FC236}">
                <a16:creationId xmlns:a16="http://schemas.microsoft.com/office/drawing/2014/main" id="{472D1863-2A9D-4FCE-9957-082D5529A078}"/>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nl-NL" sz="1000" smtClean="0">
                <a:solidFill>
                  <a:schemeClr val="bg1"/>
                </a:solidFill>
                <a:latin typeface="+mn-lt"/>
                <a:ea typeface="Arial"/>
                <a:cs typeface="Arial" panose="020B0604020202020204" pitchFamily="34" charset="0"/>
              </a:rPr>
              <a:pPr algn="r"/>
              <a:t>‹#›</a:t>
            </a:fld>
            <a:endParaRPr lang="nl-NL" sz="1000" dirty="0">
              <a:solidFill>
                <a:schemeClr val="bg1"/>
              </a:solidFill>
              <a:latin typeface="+mn-lt"/>
              <a:ea typeface="Arial"/>
              <a:cs typeface="Arial" panose="020B0604020202020204" pitchFamily="34" charset="0"/>
            </a:endParaRPr>
          </a:p>
        </p:txBody>
      </p:sp>
      <p:sp>
        <p:nvSpPr>
          <p:cNvPr id="3" name="TextBox 2">
            <a:extLst>
              <a:ext uri="{FF2B5EF4-FFF2-40B4-BE49-F238E27FC236}">
                <a16:creationId xmlns:a16="http://schemas.microsoft.com/office/drawing/2014/main" id="{8B3F4F0B-DFEC-CB9C-8902-4C2B26BDCCF7}"/>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nl-NL" sz="600" b="0" kern="1200" noProof="0" dirty="0">
                <a:solidFill>
                  <a:schemeClr val="bg1"/>
                </a:solidFill>
                <a:latin typeface="+mn-lt"/>
                <a:ea typeface="+mn-ea"/>
                <a:cs typeface="+mn-cs"/>
              </a:rPr>
              <a:t>Document Classification: KPMG Confidential</a:t>
            </a:r>
          </a:p>
        </p:txBody>
      </p:sp>
      <p:sp>
        <p:nvSpPr>
          <p:cNvPr id="5" name="TextBox 4">
            <a:extLst>
              <a:ext uri="{FF2B5EF4-FFF2-40B4-BE49-F238E27FC236}">
                <a16:creationId xmlns:a16="http://schemas.microsoft.com/office/drawing/2014/main" id="{CC8613AE-9C46-C63D-1287-4640F1B4BD91}"/>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600" kern="1200" noProof="0" dirty="0">
                <a:solidFill>
                  <a:schemeClr val="bg1"/>
                </a:solidFill>
                <a:latin typeface="+mn-lt"/>
                <a:ea typeface="+mn-ea"/>
                <a:cs typeface="+mn-cs"/>
              </a:rPr>
              <a:t>© 2024 KPMG Advisory N.V., a Dutch limited liability company and a member firm of the KPMG global organisation of independent member firms affiliated with KPMG International Limited, a private English company limited by guarantee. All rights reserved.</a:t>
            </a:r>
          </a:p>
        </p:txBody>
      </p:sp>
      <p:cxnSp>
        <p:nvCxnSpPr>
          <p:cNvPr id="6" name="Straight Connector 5">
            <a:extLst>
              <a:ext uri="{FF2B5EF4-FFF2-40B4-BE49-F238E27FC236}">
                <a16:creationId xmlns:a16="http://schemas.microsoft.com/office/drawing/2014/main" id="{7B0C43AC-8350-C0FC-910D-0341917547AC}"/>
              </a:ext>
            </a:extLst>
          </p:cNvPr>
          <p:cNvCxnSpPr/>
          <p:nvPr userDrawn="1"/>
        </p:nvCxnSpPr>
        <p:spPr>
          <a:xfrm>
            <a:off x="10928548" y="6266997"/>
            <a:ext cx="0" cy="149412"/>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C452456B-4CED-3D10-9BAF-080B0BAF34E4}"/>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441450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9" name="think-cell data - do not delete" hidden="1">
            <a:extLst>
              <a:ext uri="{FF2B5EF4-FFF2-40B4-BE49-F238E27FC236}">
                <a16:creationId xmlns:a16="http://schemas.microsoft.com/office/drawing/2014/main" id="{10F8D791-6D57-B995-BB33-71F0C84D05FE}"/>
              </a:ext>
            </a:extLst>
          </p:cNvPr>
          <p:cNvGraphicFramePr>
            <a:graphicFrameLocks/>
          </p:cNvGraphicFramePr>
          <p:nvPr userDrawn="1">
            <p:custDataLst>
              <p:tags r:id="rId8"/>
            </p:custDataLst>
            <p:extLst>
              <p:ext uri="{D42A27DB-BD31-4B8C-83A1-F6EECF244321}">
                <p14:modId xmlns:p14="http://schemas.microsoft.com/office/powerpoint/2010/main" val="11735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92" imgH="591" progId="TCLayout.ActiveDocument.1">
                  <p:embed/>
                </p:oleObj>
              </mc:Choice>
              <mc:Fallback>
                <p:oleObj name="think-cell Slide" r:id="rId10" imgW="592" imgH="591" progId="TCLayout.ActiveDocument.1">
                  <p:embed/>
                  <p:pic>
                    <p:nvPicPr>
                      <p:cNvPr id="0" name="think-cell data - do not delete" hidden="1"/>
                      <p:cNvPicPr>
                        <a:picLocks noChangeAspect="1"/>
                      </p:cNvPicPr>
                      <p:nvPr/>
                    </p:nvPicPr>
                    <p:blipFill>
                      <a:blip r:embed="rId11"/>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995362" y="431800"/>
            <a:ext cx="10204452" cy="539750"/>
          </a:xfrm>
          <a:prstGeom prst="rect">
            <a:avLst/>
          </a:prstGeom>
        </p:spPr>
        <p:txBody>
          <a:bodyPr vert="horz" lIns="0" tIns="0" rIns="0" bIns="0" anchor="t" anchorCtr="0"/>
          <a:lstStyle/>
          <a:p>
            <a:r>
              <a:rPr lang="nl-NL" altLang="nl-NL"/>
              <a:t>Click to edit Master title style</a:t>
            </a:r>
          </a:p>
        </p:txBody>
      </p:sp>
      <p:sp>
        <p:nvSpPr>
          <p:cNvPr id="3" name="Text Placeholder 2"/>
          <p:cNvSpPr>
            <a:spLocks noGrp="1"/>
          </p:cNvSpPr>
          <p:nvPr>
            <p:ph type="body" idx="1"/>
          </p:nvPr>
        </p:nvSpPr>
        <p:spPr>
          <a:xfrm>
            <a:off x="995362" y="1330325"/>
            <a:ext cx="10204451" cy="4546600"/>
          </a:xfrm>
          <a:prstGeom prst="rect">
            <a:avLst/>
          </a:prstGeom>
        </p:spPr>
        <p:txBody>
          <a:bodyPr vert="horz" lIns="36000" tIns="36000" rIns="36000" bIns="36000" anchor="t" anchorCtr="0"/>
          <a:lstStyle/>
          <a:p>
            <a:pPr lvl="0"/>
            <a:r>
              <a:rPr lang="nl-NL" altLang="nl-NL" dirty="0"/>
              <a:t>Click </a:t>
            </a:r>
            <a:r>
              <a:rPr lang="nl-NL" altLang="nl-NL" dirty="0" err="1"/>
              <a:t>to</a:t>
            </a:r>
            <a:r>
              <a:rPr lang="nl-NL" altLang="nl-NL" dirty="0"/>
              <a:t> </a:t>
            </a:r>
            <a:r>
              <a:rPr lang="nl-NL" altLang="nl-NL" dirty="0" err="1"/>
              <a:t>edit</a:t>
            </a:r>
            <a:r>
              <a:rPr lang="nl-NL" altLang="nl-NL" dirty="0"/>
              <a:t> Master </a:t>
            </a:r>
            <a:r>
              <a:rPr lang="nl-NL" altLang="nl-NL" dirty="0" err="1"/>
              <a:t>text</a:t>
            </a:r>
            <a:r>
              <a:rPr lang="nl-NL" altLang="nl-NL" dirty="0"/>
              <a:t> </a:t>
            </a:r>
            <a:r>
              <a:rPr lang="nl-NL" altLang="nl-NL" dirty="0" err="1"/>
              <a:t>styles</a:t>
            </a:r>
            <a:endParaRPr lang="nl-NL" altLang="nl-NL" dirty="0"/>
          </a:p>
          <a:p>
            <a:pPr lvl="1"/>
            <a:r>
              <a:rPr lang="nl-NL" altLang="nl-NL" dirty="0"/>
              <a:t>Second level</a:t>
            </a:r>
          </a:p>
          <a:p>
            <a:pPr lvl="2"/>
            <a:r>
              <a:rPr lang="nl-NL" altLang="nl-NL" dirty="0" err="1"/>
              <a:t>Third</a:t>
            </a:r>
            <a:r>
              <a:rPr lang="nl-NL" altLang="nl-NL" dirty="0"/>
              <a:t> level</a:t>
            </a:r>
          </a:p>
          <a:p>
            <a:pPr lvl="3"/>
            <a:r>
              <a:rPr lang="nl-NL" altLang="nl-NL" dirty="0" err="1"/>
              <a:t>Fourth</a:t>
            </a:r>
            <a:r>
              <a:rPr lang="nl-NL" altLang="nl-NL" dirty="0"/>
              <a:t> level</a:t>
            </a:r>
          </a:p>
          <a:p>
            <a:pPr lvl="4"/>
            <a:r>
              <a:rPr lang="nl-NL" altLang="nl-NL" dirty="0" err="1"/>
              <a:t>Fifth</a:t>
            </a:r>
            <a:r>
              <a:rPr lang="nl-NL" altLang="nl-NL" dirty="0"/>
              <a:t> level</a:t>
            </a:r>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lvl1pPr marL="0" lvl="0" algn="l" defTabSz="457200">
              <a:defRPr sz="1000" kern="1200">
                <a:solidFill>
                  <a:srgbClr val="0061A8"/>
                </a:solidFill>
                <a:latin typeface="Arial"/>
                <a:ea typeface="Arial"/>
              </a:defRPr>
            </a:lvl1pPr>
            <a:lvl2pPr marL="457200" lvl="1" algn="l" defTabSz="457200">
              <a:defRPr sz="1800" kern="1200">
                <a:solidFill>
                  <a:schemeClr val="tx1"/>
                </a:solidFill>
                <a:latin typeface="Arial"/>
                <a:ea typeface="微软雅黑"/>
              </a:defRPr>
            </a:lvl2pPr>
            <a:lvl3pPr marL="914400" lvl="2" algn="l" defTabSz="457200">
              <a:defRPr sz="1800" kern="1200">
                <a:solidFill>
                  <a:schemeClr val="tx1"/>
                </a:solidFill>
                <a:latin typeface="Arial"/>
                <a:ea typeface="微软雅黑"/>
              </a:defRPr>
            </a:lvl3pPr>
            <a:lvl4pPr marL="1371600" lvl="3" algn="l" defTabSz="457200">
              <a:defRPr sz="1800" kern="1200">
                <a:solidFill>
                  <a:schemeClr val="tx1"/>
                </a:solidFill>
                <a:latin typeface="Arial"/>
                <a:ea typeface="微软雅黑"/>
              </a:defRPr>
            </a:lvl4pPr>
            <a:lvl5pPr marL="1828800" lvl="4" algn="l" defTabSz="457200">
              <a:defRPr sz="1800" kern="1200">
                <a:solidFill>
                  <a:schemeClr val="tx1"/>
                </a:solidFill>
                <a:latin typeface="Arial"/>
                <a:ea typeface="微软雅黑"/>
              </a:defRPr>
            </a:lvl5pPr>
            <a:lvl6pPr marL="2286000" lvl="5" algn="l" defTabSz="457200">
              <a:defRPr sz="1800" kern="1200">
                <a:solidFill>
                  <a:schemeClr val="tx1"/>
                </a:solidFill>
                <a:latin typeface="Arial"/>
                <a:ea typeface="微软雅黑"/>
              </a:defRPr>
            </a:lvl6pPr>
            <a:lvl7pPr marL="2743200" lvl="6" algn="l" defTabSz="457200">
              <a:defRPr sz="1800" kern="1200">
                <a:solidFill>
                  <a:schemeClr val="tx1"/>
                </a:solidFill>
                <a:latin typeface="Arial"/>
                <a:ea typeface="微软雅黑"/>
              </a:defRPr>
            </a:lvl7pPr>
            <a:lvl8pPr marL="3200400" lvl="7" algn="l" defTabSz="457200">
              <a:defRPr sz="1800" kern="1200">
                <a:solidFill>
                  <a:schemeClr val="tx1"/>
                </a:solidFill>
                <a:latin typeface="Arial"/>
                <a:ea typeface="微软雅黑"/>
              </a:defRPr>
            </a:lvl8pPr>
            <a:lvl9pPr marL="3657600" lvl="8" algn="l" defTabSz="457200">
              <a:defRPr sz="1800" kern="1200">
                <a:solidFill>
                  <a:schemeClr val="tx1"/>
                </a:solidFill>
                <a:latin typeface="Arial"/>
                <a:ea typeface="微软雅黑"/>
              </a:defRPr>
            </a:lvl9pPr>
          </a:lstStyle>
          <a:p>
            <a:pPr algn="r"/>
            <a:fld id="{6F67852C-2708-4E9B-90F2-E45E96EC4E1B}" type="slidenum">
              <a:rPr lang="nl-NL" altLang="nl-NL" sz="1000">
                <a:solidFill>
                  <a:schemeClr val="accent2"/>
                </a:solidFill>
                <a:latin typeface="Arial"/>
                <a:ea typeface="Arial"/>
              </a:rPr>
              <a:t>‹#›</a:t>
            </a:fld>
            <a:endParaRPr lang="nl-NL" altLang="nl-NL" sz="1000">
              <a:solidFill>
                <a:schemeClr val="accent2"/>
              </a:solidFill>
              <a:latin typeface="Arial"/>
              <a:ea typeface="Arial"/>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9"/>
            </p:custDataLst>
          </p:nvPr>
        </p:nvSpPr>
        <p:spPr>
          <a:xfrm>
            <a:off x="8967794" y="6295536"/>
            <a:ext cx="1866200" cy="92333"/>
          </a:xfrm>
          <a:prstGeom prst="rect">
            <a:avLst/>
          </a:prstGeom>
          <a:noFill/>
        </p:spPr>
        <p:txBody>
          <a:bodyPr wrap="square" lIns="0" tIns="0" rIns="0" bIns="0">
            <a:spAutoFit/>
          </a:bodyPr>
          <a:lstStyle/>
          <a:p>
            <a:pPr marL="0" lvl="0" indent="0" algn="r" defTabSz="914400">
              <a:lnSpc>
                <a:spcPct val="100000"/>
              </a:lnSpc>
              <a:spcBef>
                <a:spcPts val="0"/>
              </a:spcBef>
              <a:spcAft>
                <a:spcPts val="0"/>
              </a:spcAft>
              <a:buClrTx/>
              <a:buSzTx/>
              <a:buFontTx/>
              <a:buNone/>
              <a:defRPr/>
            </a:pPr>
            <a:r>
              <a:rPr lang="nl-NL" altLang="nl-NL" sz="600" b="0" kern="1200">
                <a:solidFill>
                  <a:schemeClr val="bg1">
                    <a:lumMod val="65000"/>
                  </a:schemeClr>
                </a:solidFill>
                <a:latin typeface="Arial"/>
                <a:ea typeface="微软雅黑"/>
              </a:rPr>
              <a:t>Document Classification: KPMG Confidential</a:t>
            </a:r>
          </a:p>
        </p:txBody>
      </p:sp>
      <p:sp>
        <p:nvSpPr>
          <p:cNvPr id="11" name="TextBox 10">
            <a:extLst>
              <a:ext uri="{FF2B5EF4-FFF2-40B4-BE49-F238E27FC236}">
                <a16:creationId xmlns:a16="http://schemas.microsoft.com/office/drawing/2014/main" id="{E1FEA81F-D8C4-4135-9CD3-5B18BA4CA342}"/>
              </a:ext>
              <a:ext uri="{C183D7F6-B498-43B3-948B-1728B52AA6E4}">
                <adec:decorative xmlns:adec="http://schemas.microsoft.com/office/drawing/2017/decorative" val="1"/>
              </a:ext>
            </a:extLst>
          </p:cNvPr>
          <p:cNvSpPr txBox="1"/>
          <p:nvPr userDrawn="1"/>
        </p:nvSpPr>
        <p:spPr>
          <a:xfrm>
            <a:off x="1885684" y="6266997"/>
            <a:ext cx="5378133" cy="184666"/>
          </a:xfrm>
          <a:prstGeom prst="rect">
            <a:avLst/>
          </a:prstGeom>
          <a:noFill/>
        </p:spPr>
        <p:txBody>
          <a:bodyPr wrap="square" lIns="0" tIns="0" rIns="0" bIns="0">
            <a:spAutoFit/>
          </a:bodyPr>
          <a:lstStyle/>
          <a:p>
            <a:pPr marL="0" lvl="0" indent="0" algn="l" defTabSz="914354">
              <a:lnSpc>
                <a:spcPct val="100000"/>
              </a:lnSpc>
              <a:spcBef>
                <a:spcPts val="0"/>
              </a:spcBef>
              <a:spcAft>
                <a:spcPts val="0"/>
              </a:spcAft>
              <a:buClrTx/>
              <a:buSzTx/>
              <a:buFontTx/>
              <a:buNone/>
              <a:defRPr/>
            </a:pPr>
            <a:r>
              <a:rPr lang="en-US" altLang="en-US" sz="600" dirty="0">
                <a:solidFill>
                  <a:schemeClr val="bg1">
                    <a:lumMod val="65000"/>
                  </a:schemeClr>
                </a:solidFill>
                <a:effectLst/>
                <a:latin typeface="Arial"/>
                <a:ea typeface="DengXian"/>
              </a:rPr>
              <a:t>© 202</a:t>
            </a:r>
            <a:r>
              <a:rPr lang="en-US" altLang="zh-CN" sz="600" dirty="0">
                <a:solidFill>
                  <a:schemeClr val="bg1">
                    <a:lumMod val="65000"/>
                  </a:schemeClr>
                </a:solidFill>
                <a:effectLst/>
                <a:latin typeface="Arial"/>
                <a:ea typeface="DengXian"/>
              </a:rPr>
              <a:t>6</a:t>
            </a:r>
            <a:r>
              <a:rPr lang="en-US" altLang="en-US" sz="600" dirty="0">
                <a:solidFill>
                  <a:schemeClr val="bg1">
                    <a:lumMod val="65000"/>
                  </a:schemeClr>
                </a:solidFill>
                <a:effectLst/>
                <a:latin typeface="Arial"/>
                <a:ea typeface="DengXian"/>
              </a:rPr>
              <a:t> KPMG Advisory (China) Limited, a limited liability company in Mainland China and a member firm of the KPMG global </a:t>
            </a:r>
            <a:r>
              <a:rPr lang="en-US" altLang="en-US" sz="600" dirty="0" err="1">
                <a:solidFill>
                  <a:schemeClr val="bg1">
                    <a:lumMod val="65000"/>
                  </a:schemeClr>
                </a:solidFill>
                <a:effectLst/>
                <a:latin typeface="Arial"/>
                <a:ea typeface="DengXian"/>
              </a:rPr>
              <a:t>organisation</a:t>
            </a:r>
            <a:r>
              <a:rPr lang="en-US" altLang="en-US" sz="600" dirty="0">
                <a:solidFill>
                  <a:schemeClr val="bg1">
                    <a:lumMod val="65000"/>
                  </a:schemeClr>
                </a:solidFill>
                <a:effectLst/>
                <a:latin typeface="Arial"/>
                <a:ea typeface="DengXian"/>
              </a:rPr>
              <a:t> of independent member firms affiliated with KPMG International Limited, a private English company limited by guarantee. All rights reserved. Printed in Mainland China.</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prstDash val="solid"/>
            <a:miter/>
          </a:ln>
        </p:spPr>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a:noFill/>
          </a:ln>
        </p:spPr>
        <p:txBody>
          <a:bodyPr anchor="ctr"/>
          <a:lstStyle/>
          <a:p>
            <a:endParaRPr lang="en-GB" altLang="en-GB"/>
          </a:p>
        </p:txBody>
      </p:sp>
    </p:spTree>
    <p:extLst>
      <p:ext uri="{BB962C8B-B14F-4D97-AF65-F5344CB8AC3E}">
        <p14:creationId xmlns:p14="http://schemas.microsoft.com/office/powerpoint/2010/main" val="1693652197"/>
      </p:ext>
    </p:extLst>
  </p:cSld>
  <p:clrMap bg1="lt1" tx1="dk1" bg2="lt2" tx2="dk2" accent1="accent1" accent2="accent2" accent3="accent3" accent4="accent4" accent5="accent5" accent6="accent6" hlink="hlink" folHlink="folHlink"/>
  <p:sldLayoutIdLst>
    <p:sldLayoutId id="2147483649" r:id="rId1"/>
    <p:sldLayoutId id="2147483724" r:id="rId2"/>
    <p:sldLayoutId id="2147483725" r:id="rId3"/>
    <p:sldLayoutId id="2147483726" r:id="rId4"/>
    <p:sldLayoutId id="2147483656" r:id="rId5"/>
    <p:sldLayoutId id="2147483727"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3702">
          <p15:clr>
            <a:srgbClr val="F26B43"/>
          </p15:clr>
        </p15:guide>
        <p15:guide id="1" pos="627">
          <p15:clr>
            <a:srgbClr val="F26B43"/>
          </p15:clr>
        </p15:guide>
        <p15:guide id="2" pos="7055">
          <p15:clr>
            <a:srgbClr val="F26B43"/>
          </p15:clr>
        </p15:guide>
        <p15:guide id="3" orient="horz" pos="838">
          <p15:clr>
            <a:srgbClr val="F26B43"/>
          </p15:clr>
        </p15:guide>
        <p15:guide id="4" orient="horz" pos="612">
          <p15:clr>
            <a:srgbClr val="F26B43"/>
          </p15:clr>
        </p15:guide>
        <p15:guide id="5" orient="horz" pos="2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kpmg.com/managedservic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5.xml"/><Relationship Id="rId1" Type="http://schemas.openxmlformats.org/officeDocument/2006/relationships/tags" Target="../tags/tag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ubtitle 4">
            <a:extLst>
              <a:ext uri="{FF2B5EF4-FFF2-40B4-BE49-F238E27FC236}">
                <a16:creationId xmlns:a16="http://schemas.microsoft.com/office/drawing/2014/main" id="{2CCB86A3-22AA-16F7-0839-D0A72B2DBAA8}"/>
              </a:ext>
            </a:extLst>
          </p:cNvPr>
          <p:cNvSpPr txBox="1">
            <a:spLocks/>
          </p:cNvSpPr>
          <p:nvPr/>
        </p:nvSpPr>
        <p:spPr>
          <a:xfrm>
            <a:off x="995362" y="5989639"/>
            <a:ext cx="3767137" cy="110412"/>
          </a:xfrm>
          <a:prstGeom prst="rect">
            <a:avLst/>
          </a:prstGeom>
          <a:ln>
            <a:noFill/>
          </a:ln>
        </p:spPr>
        <p:txBody>
          <a:bodyPr vert="horz" wrap="square" lIns="0" tIns="0" rIns="0" bIns="0" anchor="ctr" anchorCtr="0"/>
          <a:lstStyle>
            <a:lvl1pPr marL="0" lvl="0" indent="0" algn="l" defTabSz="914400">
              <a:lnSpc>
                <a:spcPct val="100000"/>
              </a:lnSpc>
              <a:spcBef>
                <a:spcPts val="0"/>
              </a:spcBef>
              <a:spcAft>
                <a:spcPts val="600"/>
              </a:spcAft>
              <a:buFontTx/>
              <a:buNone/>
              <a:defRPr sz="1400" b="1" kern="1200">
                <a:solidFill>
                  <a:schemeClr val="bg1"/>
                </a:solidFill>
                <a:latin typeface="Arial"/>
                <a:ea typeface="微软雅黑"/>
              </a:defRPr>
            </a:lvl1pPr>
            <a:lvl2pPr marL="0" lvl="1" indent="0" algn="l" defTabSz="914400">
              <a:lnSpc>
                <a:spcPct val="100000"/>
              </a:lnSpc>
              <a:spcBef>
                <a:spcPts val="0"/>
              </a:spcBef>
              <a:spcAft>
                <a:spcPts val="600"/>
              </a:spcAft>
              <a:buFontTx/>
              <a:buNone/>
              <a:defRPr sz="1400" kern="1200">
                <a:solidFill>
                  <a:schemeClr val="bg1"/>
                </a:solidFill>
                <a:latin typeface="Arial"/>
                <a:ea typeface="微软雅黑"/>
              </a:defRPr>
            </a:lvl2pPr>
            <a:lvl3pPr marL="180975" lvl="2"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3pPr>
            <a:lvl4pPr marL="361950" lvl="3"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4pPr>
            <a:lvl5pPr marL="542925" lvl="4" indent="-180975" algn="l" defTabSz="914400">
              <a:lnSpc>
                <a:spcPct val="100000"/>
              </a:lnSpc>
              <a:spcBef>
                <a:spcPts val="0"/>
              </a:spcBef>
              <a:spcAft>
                <a:spcPts val="600"/>
              </a:spcAft>
              <a:buClr>
                <a:schemeClr val="bg1"/>
              </a:buClr>
              <a:buFont typeface="Arial" charset="0"/>
              <a:buChar char="•"/>
              <a:defRPr sz="1100" kern="1200" baseline="0">
                <a:solidFill>
                  <a:schemeClr val="bg1"/>
                </a:solidFill>
                <a:latin typeface="Arial"/>
                <a:ea typeface="微软雅黑"/>
              </a:defRPr>
            </a:lvl5pPr>
            <a:lvl6pPr marL="719138" lvl="5" indent="-180975"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6pPr>
            <a:lvl7pPr marL="896938" lvl="6"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7pPr>
            <a:lvl8pPr marL="1074738" lvl="7"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8pPr>
            <a:lvl9pPr marL="1257300" lvl="8" indent="-182563" algn="l" defTabSz="914400">
              <a:lnSpc>
                <a:spcPct val="90000"/>
              </a:lnSpc>
              <a:spcBef>
                <a:spcPts val="500"/>
              </a:spcBef>
              <a:buFont typeface="Arial" charset="0"/>
              <a:buChar char="•"/>
              <a:defRPr sz="1500" kern="1200">
                <a:solidFill>
                  <a:schemeClr val="tx2"/>
                </a:solidFill>
                <a:latin typeface="Arial"/>
                <a:ea typeface="微软雅黑"/>
              </a:defRPr>
            </a:lvl9pPr>
          </a:lstStyle>
          <a:p>
            <a:pPr lvl="1"/>
            <a:r>
              <a:rPr lang="zh-CN" sz="1050" dirty="0"/>
              <a:t>KPMG China</a:t>
            </a:r>
          </a:p>
        </p:txBody>
      </p:sp>
      <p:sp>
        <p:nvSpPr>
          <p:cNvPr id="22" name="Subtitle 4">
            <a:extLst>
              <a:ext uri="{FF2B5EF4-FFF2-40B4-BE49-F238E27FC236}">
                <a16:creationId xmlns:a16="http://schemas.microsoft.com/office/drawing/2014/main" id="{C4DF3A9F-75CB-1EC2-8D12-2A2E49733243}"/>
              </a:ext>
            </a:extLst>
          </p:cNvPr>
          <p:cNvSpPr txBox="1">
            <a:spLocks/>
          </p:cNvSpPr>
          <p:nvPr/>
        </p:nvSpPr>
        <p:spPr>
          <a:xfrm>
            <a:off x="995362" y="6325313"/>
            <a:ext cx="3767137" cy="110412"/>
          </a:xfrm>
          <a:prstGeom prst="rect">
            <a:avLst/>
          </a:prstGeom>
          <a:ln>
            <a:noFill/>
          </a:ln>
        </p:spPr>
        <p:txBody>
          <a:bodyPr vert="horz" wrap="square" lIns="0" tIns="0" rIns="0" bIns="0" anchor="ctr" anchorCtr="0"/>
          <a:lstStyle>
            <a:lvl1pPr marL="0" lvl="0" indent="0" algn="l" defTabSz="914400">
              <a:lnSpc>
                <a:spcPct val="100000"/>
              </a:lnSpc>
              <a:spcBef>
                <a:spcPts val="0"/>
              </a:spcBef>
              <a:spcAft>
                <a:spcPts val="600"/>
              </a:spcAft>
              <a:buFontTx/>
              <a:buNone/>
              <a:defRPr sz="1400" b="1" kern="1200">
                <a:solidFill>
                  <a:schemeClr val="bg1"/>
                </a:solidFill>
                <a:latin typeface="Arial"/>
                <a:ea typeface="微软雅黑"/>
              </a:defRPr>
            </a:lvl1pPr>
            <a:lvl2pPr marL="0" lvl="1" indent="0" algn="l" defTabSz="914400">
              <a:lnSpc>
                <a:spcPct val="100000"/>
              </a:lnSpc>
              <a:spcBef>
                <a:spcPts val="0"/>
              </a:spcBef>
              <a:spcAft>
                <a:spcPts val="600"/>
              </a:spcAft>
              <a:buFontTx/>
              <a:buNone/>
              <a:defRPr sz="1400" kern="1200">
                <a:solidFill>
                  <a:schemeClr val="bg1"/>
                </a:solidFill>
                <a:latin typeface="Arial"/>
                <a:ea typeface="微软雅黑"/>
              </a:defRPr>
            </a:lvl2pPr>
            <a:lvl3pPr marL="180975" lvl="2"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3pPr>
            <a:lvl4pPr marL="361950" lvl="3"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4pPr>
            <a:lvl5pPr marL="542925" lvl="4" indent="-180975" algn="l" defTabSz="914400">
              <a:lnSpc>
                <a:spcPct val="100000"/>
              </a:lnSpc>
              <a:spcBef>
                <a:spcPts val="0"/>
              </a:spcBef>
              <a:spcAft>
                <a:spcPts val="600"/>
              </a:spcAft>
              <a:buClr>
                <a:schemeClr val="bg1"/>
              </a:buClr>
              <a:buFont typeface="Arial" charset="0"/>
              <a:buChar char="•"/>
              <a:defRPr sz="1100" kern="1200" baseline="0">
                <a:solidFill>
                  <a:schemeClr val="bg1"/>
                </a:solidFill>
                <a:latin typeface="Arial"/>
                <a:ea typeface="微软雅黑"/>
              </a:defRPr>
            </a:lvl5pPr>
            <a:lvl6pPr marL="719138" lvl="5" indent="-180975"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6pPr>
            <a:lvl7pPr marL="896938" lvl="6"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7pPr>
            <a:lvl8pPr marL="1074738" lvl="7"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8pPr>
            <a:lvl9pPr marL="1257300" lvl="8" indent="-182563" algn="l" defTabSz="914400">
              <a:lnSpc>
                <a:spcPct val="90000"/>
              </a:lnSpc>
              <a:spcBef>
                <a:spcPts val="500"/>
              </a:spcBef>
              <a:buFont typeface="Arial" charset="0"/>
              <a:buChar char="•"/>
              <a:defRPr sz="1500" kern="1200">
                <a:solidFill>
                  <a:schemeClr val="tx2"/>
                </a:solidFill>
                <a:latin typeface="Arial"/>
                <a:ea typeface="微软雅黑"/>
              </a:defRPr>
            </a:lvl9pPr>
          </a:lstStyle>
          <a:p>
            <a:pPr lvl="1"/>
            <a:r>
              <a:rPr lang="zh-CN" sz="1050" dirty="0"/>
              <a:t>kpmg.com/managedservices</a:t>
            </a:r>
          </a:p>
        </p:txBody>
      </p:sp>
      <p:cxnSp>
        <p:nvCxnSpPr>
          <p:cNvPr id="23" name="Straight Connector 22">
            <a:extLst>
              <a:ext uri="{FF2B5EF4-FFF2-40B4-BE49-F238E27FC236}">
                <a16:creationId xmlns:a16="http://schemas.microsoft.com/office/drawing/2014/main" id="{1C66FAEB-EDB4-30B4-FF75-5E592AD48EE7}"/>
              </a:ext>
            </a:extLst>
          </p:cNvPr>
          <p:cNvCxnSpPr>
            <a:cxnSpLocks/>
          </p:cNvCxnSpPr>
          <p:nvPr/>
        </p:nvCxnSpPr>
        <p:spPr>
          <a:xfrm>
            <a:off x="995363" y="6217801"/>
            <a:ext cx="681037" cy="0"/>
          </a:xfrm>
          <a:prstGeom prst="line">
            <a:avLst/>
          </a:prstGeom>
          <a:ln w="6350">
            <a:solidFill>
              <a:schemeClr val="bg1"/>
            </a:solidFill>
            <a:prstDash val="solid"/>
            <a:miter/>
          </a:ln>
        </p:spPr>
      </p:cxnSp>
      <p:sp>
        <p:nvSpPr>
          <p:cNvPr id="24" name="Rectangle 23">
            <a:hlinkClick r:id="rId3"/>
            <a:extLst>
              <a:ext uri="{FF2B5EF4-FFF2-40B4-BE49-F238E27FC236}">
                <a16:creationId xmlns:a16="http://schemas.microsoft.com/office/drawing/2014/main" id="{1A9297B7-126C-3787-E10C-E16477DF5ABD}"/>
              </a:ext>
            </a:extLst>
          </p:cNvPr>
          <p:cNvSpPr/>
          <p:nvPr/>
        </p:nvSpPr>
        <p:spPr>
          <a:xfrm>
            <a:off x="995363" y="6263396"/>
            <a:ext cx="1738312" cy="239876"/>
          </a:xfrm>
          <a:prstGeom prst="rect">
            <a:avLst/>
          </a:prstGeom>
          <a:solidFill>
            <a:schemeClr val="accent1">
              <a:alpha val="0"/>
            </a:schemeClr>
          </a:solidFill>
          <a:ln>
            <a:noFill/>
          </a:ln>
        </p:spPr>
        <p:txBody>
          <a:bodyPr lIns="54610" tIns="54610" rIns="54610" bIns="54610" anchor="ctr"/>
          <a:lstStyle/>
          <a:p>
            <a:pPr algn="l"/>
            <a:endParaRPr lang="zh-CN" sz="1500" dirty="0">
              <a:solidFill>
                <a:schemeClr val="bg1"/>
              </a:solidFill>
            </a:endParaRPr>
          </a:p>
        </p:txBody>
      </p:sp>
      <p:sp>
        <p:nvSpPr>
          <p:cNvPr id="25" name="Freeform 19">
            <a:extLst>
              <a:ext uri="{FF2B5EF4-FFF2-40B4-BE49-F238E27FC236}">
                <a16:creationId xmlns:a16="http://schemas.microsoft.com/office/drawing/2014/main" id="{FE1569D8-2DF1-918D-97BF-51633EA2F94C}"/>
              </a:ext>
            </a:extLst>
          </p:cNvPr>
          <p:cNvSpPr>
            <a:spLocks noChangeAspect="1" noEditPoints="1"/>
          </p:cNvSpPr>
          <p:nvPr/>
        </p:nvSpPr>
        <p:spPr>
          <a:xfrm>
            <a:off x="995363" y="43180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1399" h="371311">
                <a:moveTo>
                  <a:pt x="904958" y="283369"/>
                </a:moveTo>
                <a:cubicBezTo>
                  <a:pt x="856651" y="283369"/>
                  <a:pt x="856651" y="283369"/>
                  <a:pt x="856651" y="283369"/>
                </a:cubicBezTo>
                <a:cubicBezTo>
                  <a:pt x="866312" y="250798"/>
                  <a:pt x="866312" y="250798"/>
                  <a:pt x="866312" y="250798"/>
                </a:cubicBezTo>
                <a:cubicBezTo>
                  <a:pt x="769697" y="250798"/>
                  <a:pt x="769697" y="250798"/>
                  <a:pt x="769697" y="250798"/>
                </a:cubicBezTo>
                <a:cubicBezTo>
                  <a:pt x="763256" y="283369"/>
                  <a:pt x="763256" y="283369"/>
                  <a:pt x="763256" y="283369"/>
                </a:cubicBezTo>
                <a:cubicBezTo>
                  <a:pt x="714949" y="283369"/>
                  <a:pt x="714949" y="283369"/>
                  <a:pt x="714949" y="283369"/>
                </a:cubicBezTo>
                <a:cubicBezTo>
                  <a:pt x="714949" y="276855"/>
                  <a:pt x="714949" y="276855"/>
                  <a:pt x="714949" y="276855"/>
                </a:cubicBezTo>
                <a:cubicBezTo>
                  <a:pt x="718170" y="273598"/>
                  <a:pt x="718170" y="270340"/>
                  <a:pt x="718170" y="263826"/>
                </a:cubicBezTo>
                <a:cubicBezTo>
                  <a:pt x="727831" y="231255"/>
                  <a:pt x="750374" y="195427"/>
                  <a:pt x="785800" y="195427"/>
                </a:cubicBezTo>
                <a:cubicBezTo>
                  <a:pt x="801902" y="195427"/>
                  <a:pt x="818005" y="201941"/>
                  <a:pt x="814784" y="224741"/>
                </a:cubicBezTo>
                <a:cubicBezTo>
                  <a:pt x="872753" y="224741"/>
                  <a:pt x="872753" y="224741"/>
                  <a:pt x="872753" y="224741"/>
                </a:cubicBezTo>
                <a:cubicBezTo>
                  <a:pt x="875974" y="214970"/>
                  <a:pt x="879194" y="198684"/>
                  <a:pt x="866312" y="182398"/>
                </a:cubicBezTo>
                <a:cubicBezTo>
                  <a:pt x="856651" y="166113"/>
                  <a:pt x="830887" y="156341"/>
                  <a:pt x="798682" y="156341"/>
                </a:cubicBezTo>
                <a:cubicBezTo>
                  <a:pt x="776138" y="156341"/>
                  <a:pt x="743933" y="162856"/>
                  <a:pt x="714949" y="179141"/>
                </a:cubicBezTo>
                <a:cubicBezTo>
                  <a:pt x="714949" y="6514"/>
                  <a:pt x="714949" y="6514"/>
                  <a:pt x="714949" y="6514"/>
                </a:cubicBezTo>
                <a:cubicBezTo>
                  <a:pt x="904958" y="6514"/>
                  <a:pt x="904958" y="6514"/>
                  <a:pt x="904958" y="6514"/>
                </a:cubicBezTo>
                <a:cubicBezTo>
                  <a:pt x="904958" y="283369"/>
                  <a:pt x="904958" y="283369"/>
                  <a:pt x="904958" y="283369"/>
                </a:cubicBezTo>
                <a:cubicBezTo>
                  <a:pt x="904958" y="283369"/>
                  <a:pt x="904958" y="283369"/>
                  <a:pt x="904958" y="283369"/>
                </a:cubicBezTo>
                <a:close/>
                <a:moveTo>
                  <a:pt x="792241" y="328969"/>
                </a:moveTo>
                <a:cubicBezTo>
                  <a:pt x="782579" y="332226"/>
                  <a:pt x="772918" y="332226"/>
                  <a:pt x="763256" y="332226"/>
                </a:cubicBezTo>
                <a:cubicBezTo>
                  <a:pt x="734272" y="332226"/>
                  <a:pt x="714949" y="319197"/>
                  <a:pt x="714949" y="289883"/>
                </a:cubicBezTo>
                <a:cubicBezTo>
                  <a:pt x="801902" y="289883"/>
                  <a:pt x="801902" y="289883"/>
                  <a:pt x="801902" y="289883"/>
                </a:cubicBezTo>
                <a:cubicBezTo>
                  <a:pt x="792241" y="328969"/>
                  <a:pt x="792241" y="328969"/>
                  <a:pt x="792241" y="328969"/>
                </a:cubicBezTo>
                <a:cubicBezTo>
                  <a:pt x="792241" y="328969"/>
                  <a:pt x="792241" y="328969"/>
                  <a:pt x="792241" y="328969"/>
                </a:cubicBezTo>
                <a:close/>
                <a:moveTo>
                  <a:pt x="685965" y="172627"/>
                </a:moveTo>
                <a:cubicBezTo>
                  <a:pt x="685965" y="211712"/>
                  <a:pt x="685965" y="211712"/>
                  <a:pt x="685965" y="211712"/>
                </a:cubicBezTo>
                <a:cubicBezTo>
                  <a:pt x="673083" y="231255"/>
                  <a:pt x="663421" y="250798"/>
                  <a:pt x="660201" y="267083"/>
                </a:cubicBezTo>
                <a:cubicBezTo>
                  <a:pt x="656980" y="270340"/>
                  <a:pt x="656980" y="276855"/>
                  <a:pt x="656980" y="283369"/>
                </a:cubicBezTo>
                <a:cubicBezTo>
                  <a:pt x="627996" y="283369"/>
                  <a:pt x="627996" y="283369"/>
                  <a:pt x="627996" y="283369"/>
                </a:cubicBezTo>
                <a:cubicBezTo>
                  <a:pt x="653760" y="169370"/>
                  <a:pt x="653760" y="169370"/>
                  <a:pt x="653760" y="169370"/>
                </a:cubicBezTo>
                <a:cubicBezTo>
                  <a:pt x="573247" y="169370"/>
                  <a:pt x="573247" y="169370"/>
                  <a:pt x="573247" y="169370"/>
                </a:cubicBezTo>
                <a:cubicBezTo>
                  <a:pt x="502397" y="283369"/>
                  <a:pt x="502397" y="283369"/>
                  <a:pt x="502397" y="283369"/>
                </a:cubicBezTo>
                <a:cubicBezTo>
                  <a:pt x="495956" y="283369"/>
                  <a:pt x="495956" y="283369"/>
                  <a:pt x="495956" y="283369"/>
                </a:cubicBezTo>
                <a:cubicBezTo>
                  <a:pt x="495956" y="6514"/>
                  <a:pt x="495956" y="6514"/>
                  <a:pt x="495956" y="6514"/>
                </a:cubicBezTo>
                <a:cubicBezTo>
                  <a:pt x="685965" y="6514"/>
                  <a:pt x="685965" y="6514"/>
                  <a:pt x="685965" y="6514"/>
                </a:cubicBezTo>
                <a:cubicBezTo>
                  <a:pt x="685965" y="172627"/>
                  <a:pt x="685965" y="172627"/>
                  <a:pt x="685965" y="172627"/>
                </a:cubicBezTo>
                <a:cubicBezTo>
                  <a:pt x="685965" y="172627"/>
                  <a:pt x="685965" y="172627"/>
                  <a:pt x="685965" y="172627"/>
                </a:cubicBezTo>
                <a:close/>
                <a:moveTo>
                  <a:pt x="579688" y="283369"/>
                </a:moveTo>
                <a:cubicBezTo>
                  <a:pt x="550704" y="283369"/>
                  <a:pt x="550704" y="283369"/>
                  <a:pt x="550704" y="283369"/>
                </a:cubicBezTo>
                <a:cubicBezTo>
                  <a:pt x="595791" y="214970"/>
                  <a:pt x="595791" y="214970"/>
                  <a:pt x="595791" y="214970"/>
                </a:cubicBezTo>
                <a:cubicBezTo>
                  <a:pt x="579688" y="283369"/>
                  <a:pt x="579688" y="283369"/>
                  <a:pt x="579688" y="283369"/>
                </a:cubicBezTo>
                <a:cubicBezTo>
                  <a:pt x="579688" y="283369"/>
                  <a:pt x="579688" y="283369"/>
                  <a:pt x="579688" y="283369"/>
                </a:cubicBezTo>
                <a:close/>
                <a:moveTo>
                  <a:pt x="466971" y="169370"/>
                </a:moveTo>
                <a:cubicBezTo>
                  <a:pt x="418664" y="169370"/>
                  <a:pt x="418664" y="169370"/>
                  <a:pt x="418664" y="169370"/>
                </a:cubicBezTo>
                <a:cubicBezTo>
                  <a:pt x="386459" y="283369"/>
                  <a:pt x="386459" y="283369"/>
                  <a:pt x="386459" y="283369"/>
                </a:cubicBezTo>
                <a:cubicBezTo>
                  <a:pt x="334931" y="283369"/>
                  <a:pt x="334931" y="283369"/>
                  <a:pt x="334931" y="283369"/>
                </a:cubicBezTo>
                <a:cubicBezTo>
                  <a:pt x="360695" y="273598"/>
                  <a:pt x="376797" y="254055"/>
                  <a:pt x="383238" y="227998"/>
                </a:cubicBezTo>
                <a:cubicBezTo>
                  <a:pt x="386459" y="208455"/>
                  <a:pt x="383238" y="192170"/>
                  <a:pt x="376797" y="182398"/>
                </a:cubicBezTo>
                <a:cubicBezTo>
                  <a:pt x="363916" y="166113"/>
                  <a:pt x="338152" y="169370"/>
                  <a:pt x="315608" y="169370"/>
                </a:cubicBezTo>
                <a:cubicBezTo>
                  <a:pt x="312388" y="169370"/>
                  <a:pt x="276962" y="169370"/>
                  <a:pt x="276962" y="169370"/>
                </a:cubicBezTo>
                <a:cubicBezTo>
                  <a:pt x="276962" y="6514"/>
                  <a:pt x="276962" y="6514"/>
                  <a:pt x="276962" y="6514"/>
                </a:cubicBezTo>
                <a:cubicBezTo>
                  <a:pt x="466971" y="6514"/>
                  <a:pt x="466971" y="6514"/>
                  <a:pt x="466971" y="6514"/>
                </a:cubicBezTo>
                <a:cubicBezTo>
                  <a:pt x="466971" y="169370"/>
                  <a:pt x="466971" y="169370"/>
                  <a:pt x="466971" y="169370"/>
                </a:cubicBezTo>
                <a:cubicBezTo>
                  <a:pt x="466971" y="169370"/>
                  <a:pt x="466971" y="169370"/>
                  <a:pt x="466971" y="169370"/>
                </a:cubicBezTo>
                <a:close/>
                <a:moveTo>
                  <a:pt x="434766" y="283369"/>
                </a:moveTo>
                <a:cubicBezTo>
                  <a:pt x="454089" y="211712"/>
                  <a:pt x="454089" y="211712"/>
                  <a:pt x="454089" y="211712"/>
                </a:cubicBezTo>
                <a:cubicBezTo>
                  <a:pt x="457310" y="283369"/>
                  <a:pt x="457310" y="283369"/>
                  <a:pt x="457310" y="283369"/>
                </a:cubicBezTo>
                <a:cubicBezTo>
                  <a:pt x="434766" y="283369"/>
                  <a:pt x="434766" y="283369"/>
                  <a:pt x="434766" y="283369"/>
                </a:cubicBezTo>
                <a:cubicBezTo>
                  <a:pt x="434766" y="283369"/>
                  <a:pt x="434766" y="283369"/>
                  <a:pt x="434766" y="283369"/>
                </a:cubicBezTo>
                <a:close/>
                <a:moveTo>
                  <a:pt x="299506" y="257312"/>
                </a:moveTo>
                <a:cubicBezTo>
                  <a:pt x="299506" y="257312"/>
                  <a:pt x="299506" y="257312"/>
                  <a:pt x="299506" y="257312"/>
                </a:cubicBezTo>
                <a:cubicBezTo>
                  <a:pt x="296285" y="257312"/>
                  <a:pt x="293065" y="257312"/>
                  <a:pt x="293065" y="257312"/>
                </a:cubicBezTo>
                <a:cubicBezTo>
                  <a:pt x="289844" y="257312"/>
                  <a:pt x="286624" y="257312"/>
                  <a:pt x="286624" y="257312"/>
                </a:cubicBezTo>
                <a:cubicBezTo>
                  <a:pt x="273742" y="257312"/>
                  <a:pt x="273742" y="257312"/>
                  <a:pt x="273742" y="257312"/>
                </a:cubicBezTo>
                <a:cubicBezTo>
                  <a:pt x="280183" y="234512"/>
                  <a:pt x="280183" y="234512"/>
                  <a:pt x="280183" y="234512"/>
                </a:cubicBezTo>
                <a:cubicBezTo>
                  <a:pt x="280183" y="224741"/>
                  <a:pt x="280183" y="224741"/>
                  <a:pt x="280183" y="224741"/>
                </a:cubicBezTo>
                <a:cubicBezTo>
                  <a:pt x="286624" y="201941"/>
                  <a:pt x="286624" y="201941"/>
                  <a:pt x="286624" y="201941"/>
                </a:cubicBezTo>
                <a:cubicBezTo>
                  <a:pt x="289844" y="201941"/>
                  <a:pt x="293065" y="201941"/>
                  <a:pt x="296285" y="201941"/>
                </a:cubicBezTo>
                <a:cubicBezTo>
                  <a:pt x="305947" y="201941"/>
                  <a:pt x="305947" y="201941"/>
                  <a:pt x="305947" y="201941"/>
                </a:cubicBezTo>
                <a:cubicBezTo>
                  <a:pt x="322049" y="201941"/>
                  <a:pt x="331711" y="201941"/>
                  <a:pt x="334931" y="205198"/>
                </a:cubicBezTo>
                <a:cubicBezTo>
                  <a:pt x="338152" y="211712"/>
                  <a:pt x="338152" y="218227"/>
                  <a:pt x="334931" y="227998"/>
                </a:cubicBezTo>
                <a:cubicBezTo>
                  <a:pt x="328490" y="244284"/>
                  <a:pt x="322049" y="254055"/>
                  <a:pt x="299506" y="257312"/>
                </a:cubicBezTo>
                <a:moveTo>
                  <a:pt x="244757" y="179141"/>
                </a:moveTo>
                <a:cubicBezTo>
                  <a:pt x="241537" y="188913"/>
                  <a:pt x="241537" y="188913"/>
                  <a:pt x="241537" y="188913"/>
                </a:cubicBezTo>
                <a:cubicBezTo>
                  <a:pt x="215773" y="280112"/>
                  <a:pt x="215773" y="280112"/>
                  <a:pt x="215773" y="280112"/>
                </a:cubicBezTo>
                <a:cubicBezTo>
                  <a:pt x="215773" y="283369"/>
                  <a:pt x="215773" y="283369"/>
                  <a:pt x="215773" y="283369"/>
                </a:cubicBezTo>
                <a:cubicBezTo>
                  <a:pt x="125599" y="283369"/>
                  <a:pt x="125599" y="283369"/>
                  <a:pt x="125599" y="283369"/>
                </a:cubicBezTo>
                <a:cubicBezTo>
                  <a:pt x="119158" y="267083"/>
                  <a:pt x="119158" y="267083"/>
                  <a:pt x="119158" y="267083"/>
                </a:cubicBezTo>
                <a:cubicBezTo>
                  <a:pt x="215773" y="169370"/>
                  <a:pt x="215773" y="169370"/>
                  <a:pt x="215773" y="169370"/>
                </a:cubicBezTo>
                <a:cubicBezTo>
                  <a:pt x="154584" y="169370"/>
                  <a:pt x="154584" y="169370"/>
                  <a:pt x="154584" y="169370"/>
                </a:cubicBezTo>
                <a:cubicBezTo>
                  <a:pt x="80512" y="250798"/>
                  <a:pt x="80512" y="250798"/>
                  <a:pt x="80512" y="250798"/>
                </a:cubicBezTo>
                <a:cubicBezTo>
                  <a:pt x="103056" y="169370"/>
                  <a:pt x="103056" y="169370"/>
                  <a:pt x="103056" y="169370"/>
                </a:cubicBezTo>
                <a:cubicBezTo>
                  <a:pt x="57969" y="169370"/>
                  <a:pt x="57969" y="169370"/>
                  <a:pt x="57969" y="169370"/>
                </a:cubicBezTo>
                <a:cubicBezTo>
                  <a:pt x="57969" y="6514"/>
                  <a:pt x="57969" y="6514"/>
                  <a:pt x="57969" y="6514"/>
                </a:cubicBezTo>
                <a:cubicBezTo>
                  <a:pt x="244757" y="6514"/>
                  <a:pt x="244757" y="6514"/>
                  <a:pt x="244757" y="6514"/>
                </a:cubicBezTo>
                <a:cubicBezTo>
                  <a:pt x="244757" y="179141"/>
                  <a:pt x="244757" y="179141"/>
                  <a:pt x="244757" y="179141"/>
                </a:cubicBezTo>
                <a:cubicBezTo>
                  <a:pt x="244757" y="179141"/>
                  <a:pt x="244757" y="179141"/>
                  <a:pt x="244757" y="179141"/>
                </a:cubicBezTo>
                <a:close/>
                <a:moveTo>
                  <a:pt x="70851" y="283369"/>
                </a:moveTo>
                <a:cubicBezTo>
                  <a:pt x="70851" y="283369"/>
                  <a:pt x="70851" y="283369"/>
                  <a:pt x="70851" y="283369"/>
                </a:cubicBezTo>
                <a:cubicBezTo>
                  <a:pt x="70851" y="283369"/>
                  <a:pt x="70851" y="283369"/>
                  <a:pt x="70851" y="283369"/>
                </a:cubicBezTo>
                <a:cubicBezTo>
                  <a:pt x="70851" y="283369"/>
                  <a:pt x="70851" y="283369"/>
                  <a:pt x="70851" y="283369"/>
                </a:cubicBezTo>
                <a:cubicBezTo>
                  <a:pt x="70851" y="283369"/>
                  <a:pt x="70851" y="283369"/>
                  <a:pt x="70851" y="283369"/>
                </a:cubicBezTo>
                <a:close/>
                <a:moveTo>
                  <a:pt x="708508" y="0"/>
                </a:moveTo>
                <a:cubicBezTo>
                  <a:pt x="708508" y="185656"/>
                  <a:pt x="708508" y="185656"/>
                  <a:pt x="708508" y="185656"/>
                </a:cubicBezTo>
                <a:cubicBezTo>
                  <a:pt x="702067" y="192170"/>
                  <a:pt x="695626" y="195427"/>
                  <a:pt x="692406" y="201941"/>
                </a:cubicBezTo>
                <a:cubicBezTo>
                  <a:pt x="692406" y="0"/>
                  <a:pt x="692406" y="0"/>
                  <a:pt x="692406" y="0"/>
                </a:cubicBezTo>
                <a:cubicBezTo>
                  <a:pt x="489515" y="0"/>
                  <a:pt x="489515" y="0"/>
                  <a:pt x="489515" y="0"/>
                </a:cubicBezTo>
                <a:cubicBezTo>
                  <a:pt x="489515" y="169370"/>
                  <a:pt x="489515" y="169370"/>
                  <a:pt x="489515" y="169370"/>
                </a:cubicBezTo>
                <a:cubicBezTo>
                  <a:pt x="473412" y="169370"/>
                  <a:pt x="473412" y="169370"/>
                  <a:pt x="473412" y="169370"/>
                </a:cubicBezTo>
                <a:cubicBezTo>
                  <a:pt x="473412" y="0"/>
                  <a:pt x="473412" y="0"/>
                  <a:pt x="473412" y="0"/>
                </a:cubicBezTo>
                <a:cubicBezTo>
                  <a:pt x="270521" y="0"/>
                  <a:pt x="270521" y="0"/>
                  <a:pt x="270521" y="0"/>
                </a:cubicBezTo>
                <a:cubicBezTo>
                  <a:pt x="270521" y="169370"/>
                  <a:pt x="270521" y="169370"/>
                  <a:pt x="270521" y="169370"/>
                </a:cubicBezTo>
                <a:cubicBezTo>
                  <a:pt x="254419" y="169370"/>
                  <a:pt x="254419" y="169370"/>
                  <a:pt x="254419" y="169370"/>
                </a:cubicBezTo>
                <a:cubicBezTo>
                  <a:pt x="254419" y="0"/>
                  <a:pt x="254419" y="0"/>
                  <a:pt x="254419" y="0"/>
                </a:cubicBezTo>
                <a:cubicBezTo>
                  <a:pt x="51528" y="0"/>
                  <a:pt x="51528" y="0"/>
                  <a:pt x="51528" y="0"/>
                </a:cubicBezTo>
                <a:cubicBezTo>
                  <a:pt x="51528" y="192170"/>
                  <a:pt x="51528" y="192170"/>
                  <a:pt x="51528" y="192170"/>
                </a:cubicBezTo>
                <a:cubicBezTo>
                  <a:pt x="0" y="368054"/>
                  <a:pt x="0" y="368054"/>
                  <a:pt x="0" y="368054"/>
                </a:cubicBezTo>
                <a:cubicBezTo>
                  <a:pt x="45087" y="368054"/>
                  <a:pt x="45087" y="368054"/>
                  <a:pt x="45087" y="368054"/>
                </a:cubicBezTo>
                <a:cubicBezTo>
                  <a:pt x="67630" y="289883"/>
                  <a:pt x="67630" y="289883"/>
                  <a:pt x="67630" y="289883"/>
                </a:cubicBezTo>
                <a:cubicBezTo>
                  <a:pt x="74071" y="289883"/>
                  <a:pt x="74071" y="289883"/>
                  <a:pt x="74071" y="289883"/>
                </a:cubicBezTo>
                <a:cubicBezTo>
                  <a:pt x="112717" y="368054"/>
                  <a:pt x="112717" y="368054"/>
                  <a:pt x="112717" y="368054"/>
                </a:cubicBezTo>
                <a:cubicBezTo>
                  <a:pt x="167466" y="368054"/>
                  <a:pt x="167466" y="368054"/>
                  <a:pt x="167466" y="368054"/>
                </a:cubicBezTo>
                <a:cubicBezTo>
                  <a:pt x="128820" y="289883"/>
                  <a:pt x="128820" y="289883"/>
                  <a:pt x="128820" y="289883"/>
                </a:cubicBezTo>
                <a:cubicBezTo>
                  <a:pt x="212552" y="289883"/>
                  <a:pt x="212552" y="289883"/>
                  <a:pt x="212552" y="289883"/>
                </a:cubicBezTo>
                <a:cubicBezTo>
                  <a:pt x="190009" y="368054"/>
                  <a:pt x="190009" y="368054"/>
                  <a:pt x="190009" y="368054"/>
                </a:cubicBezTo>
                <a:cubicBezTo>
                  <a:pt x="238316" y="368054"/>
                  <a:pt x="238316" y="368054"/>
                  <a:pt x="238316" y="368054"/>
                </a:cubicBezTo>
                <a:cubicBezTo>
                  <a:pt x="260860" y="289883"/>
                  <a:pt x="260860" y="289883"/>
                  <a:pt x="260860" y="289883"/>
                </a:cubicBezTo>
                <a:cubicBezTo>
                  <a:pt x="273742" y="289883"/>
                  <a:pt x="273742" y="289883"/>
                  <a:pt x="273742" y="289883"/>
                </a:cubicBezTo>
                <a:cubicBezTo>
                  <a:pt x="273742" y="289883"/>
                  <a:pt x="273742" y="289883"/>
                  <a:pt x="273742" y="289883"/>
                </a:cubicBezTo>
                <a:cubicBezTo>
                  <a:pt x="289844" y="289883"/>
                  <a:pt x="289844" y="289883"/>
                  <a:pt x="289844" y="289883"/>
                </a:cubicBezTo>
                <a:cubicBezTo>
                  <a:pt x="289844" y="289883"/>
                  <a:pt x="289844" y="289883"/>
                  <a:pt x="289844" y="289883"/>
                </a:cubicBezTo>
                <a:cubicBezTo>
                  <a:pt x="383238" y="289883"/>
                  <a:pt x="383238" y="289883"/>
                  <a:pt x="383238" y="289883"/>
                </a:cubicBezTo>
                <a:cubicBezTo>
                  <a:pt x="360695" y="368054"/>
                  <a:pt x="360695" y="368054"/>
                  <a:pt x="360695" y="368054"/>
                </a:cubicBezTo>
                <a:cubicBezTo>
                  <a:pt x="412223" y="368054"/>
                  <a:pt x="412223" y="368054"/>
                  <a:pt x="412223" y="368054"/>
                </a:cubicBezTo>
                <a:cubicBezTo>
                  <a:pt x="434766" y="289883"/>
                  <a:pt x="434766" y="289883"/>
                  <a:pt x="434766" y="289883"/>
                </a:cubicBezTo>
                <a:cubicBezTo>
                  <a:pt x="457310" y="289883"/>
                  <a:pt x="457310" y="289883"/>
                  <a:pt x="457310" y="289883"/>
                </a:cubicBezTo>
                <a:cubicBezTo>
                  <a:pt x="457310" y="368054"/>
                  <a:pt x="457310" y="368054"/>
                  <a:pt x="457310" y="368054"/>
                </a:cubicBezTo>
                <a:cubicBezTo>
                  <a:pt x="499176" y="368054"/>
                  <a:pt x="499176" y="368054"/>
                  <a:pt x="499176" y="368054"/>
                </a:cubicBezTo>
                <a:cubicBezTo>
                  <a:pt x="547483" y="289883"/>
                  <a:pt x="547483" y="289883"/>
                  <a:pt x="547483" y="289883"/>
                </a:cubicBezTo>
                <a:cubicBezTo>
                  <a:pt x="579688" y="289883"/>
                  <a:pt x="579688" y="289883"/>
                  <a:pt x="579688" y="289883"/>
                </a:cubicBezTo>
                <a:cubicBezTo>
                  <a:pt x="563586" y="368054"/>
                  <a:pt x="563586" y="368054"/>
                  <a:pt x="563586" y="368054"/>
                </a:cubicBezTo>
                <a:cubicBezTo>
                  <a:pt x="611893" y="368054"/>
                  <a:pt x="611893" y="368054"/>
                  <a:pt x="611893" y="368054"/>
                </a:cubicBezTo>
                <a:cubicBezTo>
                  <a:pt x="627996" y="289883"/>
                  <a:pt x="627996" y="289883"/>
                  <a:pt x="627996" y="289883"/>
                </a:cubicBezTo>
                <a:cubicBezTo>
                  <a:pt x="656980" y="289883"/>
                  <a:pt x="656980" y="289883"/>
                  <a:pt x="656980" y="289883"/>
                </a:cubicBezTo>
                <a:cubicBezTo>
                  <a:pt x="653760" y="312683"/>
                  <a:pt x="660201" y="335483"/>
                  <a:pt x="676303" y="351768"/>
                </a:cubicBezTo>
                <a:cubicBezTo>
                  <a:pt x="695626" y="368054"/>
                  <a:pt x="724611" y="371311"/>
                  <a:pt x="747154" y="371311"/>
                </a:cubicBezTo>
                <a:cubicBezTo>
                  <a:pt x="776138" y="371311"/>
                  <a:pt x="808343" y="368054"/>
                  <a:pt x="837328" y="361540"/>
                </a:cubicBezTo>
                <a:cubicBezTo>
                  <a:pt x="856651" y="289883"/>
                  <a:pt x="856651" y="289883"/>
                  <a:pt x="856651" y="289883"/>
                </a:cubicBezTo>
                <a:cubicBezTo>
                  <a:pt x="911399" y="289883"/>
                  <a:pt x="911399" y="289883"/>
                  <a:pt x="911399" y="289883"/>
                </a:cubicBezTo>
                <a:cubicBezTo>
                  <a:pt x="911399" y="0"/>
                  <a:pt x="911399" y="0"/>
                  <a:pt x="911399" y="0"/>
                </a:cubicBezTo>
                <a:cubicBezTo>
                  <a:pt x="708508" y="0"/>
                  <a:pt x="708508" y="0"/>
                  <a:pt x="708508" y="0"/>
                </a:cubicBezTo>
                <a:cubicBezTo>
                  <a:pt x="708508" y="0"/>
                  <a:pt x="708508" y="0"/>
                  <a:pt x="708508" y="0"/>
                </a:cubicBezTo>
                <a:close/>
              </a:path>
            </a:pathLst>
          </a:custGeom>
          <a:solidFill>
            <a:schemeClr val="bg1"/>
          </a:solidFill>
          <a:ln>
            <a:noFill/>
          </a:ln>
        </p:spPr>
        <p:txBody>
          <a:bodyPr vert="horz" wrap="square" lIns="91440" tIns="45720" rIns="91440" bIns="45720" numCol="1" anchor="t" anchorCtr="0"/>
          <a:lstStyle/>
          <a:p>
            <a:endParaRPr lang="zh-CN" dirty="0"/>
          </a:p>
        </p:txBody>
      </p:sp>
      <p:sp>
        <p:nvSpPr>
          <p:cNvPr id="2" name="TextBox 1">
            <a:extLst>
              <a:ext uri="{FF2B5EF4-FFF2-40B4-BE49-F238E27FC236}">
                <a16:creationId xmlns:a16="http://schemas.microsoft.com/office/drawing/2014/main" id="{BE3B5358-8E5F-E225-FF15-2CE72AD2FD15}"/>
              </a:ext>
            </a:extLst>
          </p:cNvPr>
          <p:cNvSpPr txBox="1"/>
          <p:nvPr/>
        </p:nvSpPr>
        <p:spPr>
          <a:xfrm>
            <a:off x="2671638" y="2107096"/>
            <a:ext cx="0" cy="0"/>
          </a:xfrm>
          <a:prstGeom prst="rect">
            <a:avLst/>
          </a:prstGeom>
        </p:spPr>
        <p:txBody>
          <a:bodyPr vert="horz" wrap="none" lIns="0" tIns="0" rIns="0" bIns="0" rtlCol="0" anchor="t" anchorCtr="0">
            <a:noAutofit/>
          </a:bodyPr>
          <a:lstStyle/>
          <a:p>
            <a:pPr algn="l">
              <a:spcAft>
                <a:spcPts val="600"/>
              </a:spcAft>
            </a:pPr>
            <a:endParaRPr kumimoji="1" lang="zh-CN" sz="1500" b="1" dirty="0">
              <a:solidFill>
                <a:schemeClr val="tx2"/>
              </a:solidFill>
            </a:endParaRPr>
          </a:p>
        </p:txBody>
      </p:sp>
      <p:sp>
        <p:nvSpPr>
          <p:cNvPr id="4" name="aria_cover_subtitle">
            <a:extLst>
              <a:ext uri="{FF2B5EF4-FFF2-40B4-BE49-F238E27FC236}">
                <a16:creationId xmlns:a16="http://schemas.microsoft.com/office/drawing/2014/main" id="{2618C577-EB9F-FE46-DA74-CA5DB33BE3F7}"/>
              </a:ext>
            </a:extLst>
          </p:cNvPr>
          <p:cNvSpPr>
            <a:spLocks noGrp="1"/>
          </p:cNvSpPr>
          <p:nvPr>
            <p:ph type="body" idx="11"/>
          </p:nvPr>
        </p:nvSpPr>
        <p:spPr>
          <a:xfrm>
            <a:off x="995362" y="4718982"/>
            <a:ext cx="5765982" cy="816606"/>
          </a:xfrm>
        </p:spPr>
        <p:txBody>
          <a:bodyPr/>
          <a:lstStyle/>
          <a:p>
            <a:pPr marL="0" indent="0">
              <a:buNone/>
            </a:pPr>
            <a:endParaRPr lang="zh-CN" altLang="en-US" sz="1200" dirty="0"/>
          </a:p>
        </p:txBody>
      </p:sp>
      <p:sp>
        <p:nvSpPr>
          <p:cNvPr id="3" name="aria_cover_title">
            <a:extLst>
              <a:ext uri="{FF2B5EF4-FFF2-40B4-BE49-F238E27FC236}">
                <a16:creationId xmlns:a16="http://schemas.microsoft.com/office/drawing/2014/main" id="{CD1ED36A-E929-42E9-E46A-EDC05DE8CE83}"/>
              </a:ext>
            </a:extLst>
          </p:cNvPr>
          <p:cNvSpPr>
            <a:spLocks noGrp="1"/>
          </p:cNvSpPr>
          <p:nvPr>
            <p:ph type="ctrTitle"/>
          </p:nvPr>
        </p:nvSpPr>
        <p:spPr>
          <a:xfrm>
            <a:off x="995362" y="1731528"/>
            <a:ext cx="5765982" cy="2903488"/>
          </a:xfrm>
        </p:spPr>
        <p:txBody>
          <a:bodyPr/>
          <a:lstStyle/>
          <a:p>
            <a:endParaRPr lang="zh-CN" altLang="en-US" dirty="0"/>
          </a:p>
        </p:txBody>
      </p:sp>
    </p:spTree>
    <p:extLst>
      <p:ext uri="{BB962C8B-B14F-4D97-AF65-F5344CB8AC3E}">
        <p14:creationId xmlns:p14="http://schemas.microsoft.com/office/powerpoint/2010/main" val="2230876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ia_section_number">
            <a:extLst>
              <a:ext uri="{FF2B5EF4-FFF2-40B4-BE49-F238E27FC236}">
                <a16:creationId xmlns:a16="http://schemas.microsoft.com/office/drawing/2014/main" id="{0BC63CFC-521D-84A5-437F-A50BD0FF0A52}"/>
              </a:ext>
            </a:extLst>
          </p:cNvPr>
          <p:cNvSpPr>
            <a:spLocks noGrp="1"/>
          </p:cNvSpPr>
          <p:nvPr>
            <p:ph type="body" sz="quarter" idx="10"/>
          </p:nvPr>
        </p:nvSpPr>
        <p:spPr>
          <a:xfrm>
            <a:off x="1397000" y="1069975"/>
            <a:ext cx="1400175" cy="1698625"/>
          </a:xfrm>
        </p:spPr>
        <p:txBody>
          <a:bodyPr/>
          <a:lstStyle/>
          <a:p>
            <a:pPr marL="0" indent="0">
              <a:buNone/>
            </a:pPr>
            <a:r>
              <a:rPr lang="zh-CN" sz="8800" dirty="0"/>
              <a:t>01</a:t>
            </a:r>
          </a:p>
        </p:txBody>
      </p:sp>
      <p:sp>
        <p:nvSpPr>
          <p:cNvPr id="5" name="aria_section_title">
            <a:extLst>
              <a:ext uri="{FF2B5EF4-FFF2-40B4-BE49-F238E27FC236}">
                <a16:creationId xmlns:a16="http://schemas.microsoft.com/office/drawing/2014/main" id="{CA8C0EAE-307F-4716-1F7C-70323364A7D7}"/>
              </a:ext>
            </a:extLst>
          </p:cNvPr>
          <p:cNvSpPr txBox="1">
            <a:spLocks/>
          </p:cNvSpPr>
          <p:nvPr/>
        </p:nvSpPr>
        <p:spPr>
          <a:xfrm>
            <a:off x="1397001" y="3020695"/>
            <a:ext cx="2312358" cy="446469"/>
          </a:xfrm>
          <a:prstGeom prst="rect">
            <a:avLst/>
          </a:prstGeom>
        </p:spPr>
        <p:txBody>
          <a:bodyPr wrap="square" lIns="0" tIns="0" rIns="0" bIns="0">
            <a:spAutoFit/>
          </a:bodyPr>
          <a:lstStyle>
            <a:lvl1pPr algn="l" defTabSz="914400" rtl="0" eaLnBrk="1" latinLnBrk="0" hangingPunct="1">
              <a:lnSpc>
                <a:spcPct val="70000"/>
              </a:lnSpc>
              <a:spcBef>
                <a:spcPct val="0"/>
              </a:spcBef>
              <a:buNone/>
              <a:defRPr sz="4000" kern="1200">
                <a:solidFill>
                  <a:schemeClr val="accent2"/>
                </a:solidFill>
                <a:latin typeface="+mj-lt"/>
                <a:ea typeface="+mj-ea"/>
                <a:cs typeface="Arial" panose="020B0604020202020204" pitchFamily="34" charset="0"/>
              </a:defRPr>
            </a:lvl1pPr>
          </a:lstStyle>
          <a:p>
            <a:r>
              <a:rPr lang="zh-CN" b="1" dirty="0">
                <a:solidFill>
                  <a:schemeClr val="bg1"/>
                </a:solidFill>
                <a:latin typeface="Microsoft YaHei UI" panose="020B0503020204020204" pitchFamily="34" charset="-122"/>
                <a:ea typeface="Microsoft YaHei UI" panose="020B0503020204020204" pitchFamily="34" charset="-122"/>
              </a:rPr>
              <a:t>主题</a:t>
            </a:r>
          </a:p>
        </p:txBody>
      </p:sp>
    </p:spTree>
    <p:extLst>
      <p:ext uri="{BB962C8B-B14F-4D97-AF65-F5344CB8AC3E}">
        <p14:creationId xmlns:p14="http://schemas.microsoft.com/office/powerpoint/2010/main" val="226479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ia_slide_body">
            <a:extLst>
              <a:ext uri="{FF2B5EF4-FFF2-40B4-BE49-F238E27FC236}">
                <a16:creationId xmlns:a16="http://schemas.microsoft.com/office/drawing/2014/main" id="{F19E2D56-A366-F6BF-C2F8-650ACBBA4490}"/>
              </a:ext>
            </a:extLst>
          </p:cNvPr>
          <p:cNvSpPr>
            <a:spLocks noGrp="1"/>
          </p:cNvSpPr>
          <p:nvPr>
            <p:ph type="body" sz="quarter" idx="10"/>
          </p:nvPr>
        </p:nvSpPr>
        <p:spPr/>
        <p:txBody>
          <a:bodyPr/>
          <a:lstStyle/>
          <a:p>
            <a:endParaRPr kumimoji="1" lang="zh-CN" altLang="en-US"/>
          </a:p>
        </p:txBody>
      </p:sp>
      <p:sp>
        <p:nvSpPr>
          <p:cNvPr id="3" name="aria_slide_title">
            <a:extLst>
              <a:ext uri="{FF2B5EF4-FFF2-40B4-BE49-F238E27FC236}">
                <a16:creationId xmlns:a16="http://schemas.microsoft.com/office/drawing/2014/main" id="{6AFFCBD4-6545-1A00-5994-89869FB3447E}"/>
              </a:ext>
            </a:extLst>
          </p:cNvPr>
          <p:cNvSpPr>
            <a:spLocks noGrp="1"/>
          </p:cNvSpPr>
          <p:nvPr>
            <p:ph type="title"/>
          </p:nvPr>
        </p:nvSpPr>
        <p:spPr/>
        <p:txBody>
          <a:bodyPr/>
          <a:lstStyle/>
          <a:p>
            <a:endParaRPr kumimoji="1" lang="zh-CN" altLang="en-US" dirty="0"/>
          </a:p>
        </p:txBody>
      </p:sp>
    </p:spTree>
    <p:extLst>
      <p:ext uri="{BB962C8B-B14F-4D97-AF65-F5344CB8AC3E}">
        <p14:creationId xmlns:p14="http://schemas.microsoft.com/office/powerpoint/2010/main" val="2718540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ria_right_body">
            <a:extLst>
              <a:ext uri="{FF2B5EF4-FFF2-40B4-BE49-F238E27FC236}">
                <a16:creationId xmlns:a16="http://schemas.microsoft.com/office/drawing/2014/main" id="{4B906D4A-86A1-2F71-824D-FEE0910E5BF0}"/>
              </a:ext>
            </a:extLst>
          </p:cNvPr>
          <p:cNvSpPr>
            <a:spLocks noGrp="1"/>
          </p:cNvSpPr>
          <p:nvPr>
            <p:ph type="body" sz="quarter" idx="11"/>
          </p:nvPr>
        </p:nvSpPr>
        <p:spPr/>
        <p:txBody>
          <a:bodyPr/>
          <a:lstStyle/>
          <a:p>
            <a:endParaRPr lang="zh-CN" altLang="en-US"/>
          </a:p>
        </p:txBody>
      </p:sp>
      <p:sp>
        <p:nvSpPr>
          <p:cNvPr id="5" name="aria_left_body">
            <a:extLst>
              <a:ext uri="{FF2B5EF4-FFF2-40B4-BE49-F238E27FC236}">
                <a16:creationId xmlns:a16="http://schemas.microsoft.com/office/drawing/2014/main" id="{87B8EB55-53A1-7EF6-77B6-17108F504F34}"/>
              </a:ext>
            </a:extLst>
          </p:cNvPr>
          <p:cNvSpPr>
            <a:spLocks noGrp="1"/>
          </p:cNvSpPr>
          <p:nvPr>
            <p:ph type="body" sz="quarter" idx="10"/>
          </p:nvPr>
        </p:nvSpPr>
        <p:spPr/>
        <p:txBody>
          <a:bodyPr/>
          <a:lstStyle/>
          <a:p>
            <a:endParaRPr lang="zh-CN" altLang="en-US"/>
          </a:p>
        </p:txBody>
      </p:sp>
      <p:sp>
        <p:nvSpPr>
          <p:cNvPr id="4" name="aria_slide_title">
            <a:extLst>
              <a:ext uri="{FF2B5EF4-FFF2-40B4-BE49-F238E27FC236}">
                <a16:creationId xmlns:a16="http://schemas.microsoft.com/office/drawing/2014/main" id="{83106FB3-E547-9BF9-4343-767BF2EB21EE}"/>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842893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ia_slide_title">
            <a:extLst>
              <a:ext uri="{FF2B5EF4-FFF2-40B4-BE49-F238E27FC236}">
                <a16:creationId xmlns:a16="http://schemas.microsoft.com/office/drawing/2014/main" id="{463EC1D5-6844-3434-E72C-797803841029}"/>
              </a:ext>
            </a:extLst>
          </p:cNvPr>
          <p:cNvSpPr>
            <a:spLocks noGrp="1"/>
          </p:cNvSpPr>
          <p:nvPr>
            <p:ph type="title"/>
          </p:nvPr>
        </p:nvSpPr>
        <p:spPr/>
        <p:txBody>
          <a:bodyPr/>
          <a:lstStyle/>
          <a:p>
            <a:endParaRPr lang="zh-CN" altLang="en-US" dirty="0"/>
          </a:p>
        </p:txBody>
      </p:sp>
    </p:spTree>
    <p:extLst>
      <p:ext uri="{BB962C8B-B14F-4D97-AF65-F5344CB8AC3E}">
        <p14:creationId xmlns:p14="http://schemas.microsoft.com/office/powerpoint/2010/main" val="2268729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1"/>
          <p:cNvSpPr>
            <a:spLocks noGrp="1"/>
          </p:cNvSpPr>
          <p:nvPr>
            <p:ph type="body" idx="10"/>
            <p:custDataLst>
              <p:tags r:id="rId1"/>
            </p:custDataLst>
          </p:nvPr>
        </p:nvSpPr>
        <p:spPr>
          <a:xfrm>
            <a:off x="963581" y="3654654"/>
            <a:ext cx="10842627" cy="1772415"/>
          </a:xfrm>
          <a:prstGeom prst="rect">
            <a:avLst/>
          </a:prstGeom>
        </p:spPr>
        <p:txBody>
          <a:bodyPr anchor="t"/>
          <a:lstStyle/>
          <a:p>
            <a:pPr>
              <a:spcAft>
                <a:spcPts val="975"/>
              </a:spcAft>
            </a:pPr>
            <a:r>
              <a:rPr lang="en-GB" altLang="zh-CN" dirty="0">
                <a:ea typeface="微软雅黑"/>
              </a:rPr>
              <a:t>This document has been prepared specifically for Walmart China. It contains confidential or proprietary KPMG information, the disclosure of which would provide a competitive advantage to others. It is not to be used or duplicated for any purpose other than to evaluate KPMG and is not to be disclosed or referred to, in whole or in part, without our prior written consent. The restriction pertains to all data throughout the entire document. </a:t>
            </a:r>
          </a:p>
          <a:p>
            <a:pPr>
              <a:spcAft>
                <a:spcPts val="975"/>
              </a:spcAft>
            </a:pPr>
            <a:r>
              <a:rPr lang="en-GB" altLang="zh-CN" dirty="0">
                <a:ea typeface="微软雅黑"/>
              </a:rPr>
              <a:t>The information contained herein is of a general nature and is not intended to address the circumstances of any particular individual or entity. Although we </a:t>
            </a:r>
            <a:r>
              <a:rPr lang="en-GB" altLang="zh-CN" dirty="0" err="1">
                <a:ea typeface="微软雅黑"/>
              </a:rPr>
              <a:t>endeavor</a:t>
            </a:r>
            <a:r>
              <a:rPr lang="en-GB" altLang="zh-CN" dirty="0">
                <a:ea typeface="微软雅黑"/>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a:spcAft>
                <a:spcPts val="975"/>
              </a:spcAft>
            </a:pPr>
            <a:r>
              <a:rPr lang="en-GB" altLang="zh-CN" dirty="0">
                <a:ea typeface="微软雅黑"/>
              </a:rPr>
              <a:t>© 2025 KPMG </a:t>
            </a:r>
            <a:r>
              <a:rPr lang="en-GB" altLang="zh-CN" dirty="0" err="1">
                <a:ea typeface="微软雅黑"/>
              </a:rPr>
              <a:t>Huazhen</a:t>
            </a:r>
            <a:r>
              <a:rPr lang="en-GB" altLang="zh-CN" dirty="0">
                <a:ea typeface="微软雅黑"/>
              </a:rPr>
              <a:t> LLP, a People's Republic of China partnership, KPMG Advisory (China) Limited, a limited liability company in Mainland China, KPMG, a Macau (SAR) partnership, and KPMG, a Hong Kong (SAR) partnership, are member firms of the KPMG global organisation of independent member firms affiliated with KPMG International Limited, a private English company limited by guarantee. All rights reserved. </a:t>
            </a:r>
          </a:p>
          <a:p>
            <a:pPr>
              <a:spcAft>
                <a:spcPts val="975"/>
              </a:spcAft>
            </a:pPr>
            <a:r>
              <a:rPr lang="en-GB" altLang="zh-CN" dirty="0">
                <a:ea typeface="微软雅黑"/>
              </a:rPr>
              <a:t>The KPMG name and logo are trademarks used under license by the independent member firms of the KPMG global organisation.</a:t>
            </a:r>
          </a:p>
        </p:txBody>
      </p:sp>
      <p:sp>
        <p:nvSpPr>
          <p:cNvPr id="3" name="Text Placeholder 2">
            <a:extLst>
              <a:ext uri="{FF2B5EF4-FFF2-40B4-BE49-F238E27FC236}">
                <a16:creationId xmlns:a16="http://schemas.microsoft.com/office/drawing/2014/main" id="{F6EEA471-6A52-47BC-8B3C-F5BB3B547B3B}"/>
              </a:ext>
            </a:extLst>
          </p:cNvPr>
          <p:cNvSpPr>
            <a:spLocks noGrp="1"/>
          </p:cNvSpPr>
          <p:nvPr>
            <p:ph type="body" idx="14"/>
          </p:nvPr>
        </p:nvSpPr>
        <p:spPr>
          <a:xfrm>
            <a:off x="963582" y="3369119"/>
            <a:ext cx="1959537" cy="285535"/>
          </a:xfrm>
          <a:prstGeom prst="rect">
            <a:avLst/>
          </a:prstGeom>
        </p:spPr>
        <p:txBody>
          <a:bodyPr/>
          <a:lstStyle/>
          <a:p>
            <a:r>
              <a:rPr lang="en-GB" altLang="en-GB" b="0" dirty="0" err="1">
                <a:latin typeface="Microsoft YaHei" panose="020B0503020204020204" pitchFamily="34" charset="-122"/>
                <a:ea typeface="微软雅黑"/>
              </a:rPr>
              <a:t>kpmg.com</a:t>
            </a:r>
            <a:r>
              <a:rPr lang="en-GB" altLang="en-GB" b="0" dirty="0">
                <a:latin typeface="Microsoft YaHei" panose="020B0503020204020204" pitchFamily="34" charset="-122"/>
                <a:ea typeface="微软雅黑"/>
              </a:rPr>
              <a:t>/</a:t>
            </a:r>
            <a:r>
              <a:rPr lang="en-GB" altLang="en-GB" b="0" dirty="0" err="1">
                <a:latin typeface="Microsoft YaHei" panose="020B0503020204020204" pitchFamily="34" charset="-122"/>
                <a:ea typeface="微软雅黑"/>
              </a:rPr>
              <a:t>socialmedia</a:t>
            </a:r>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p:txBody>
      </p:sp>
      <p:grpSp>
        <p:nvGrpSpPr>
          <p:cNvPr id="2" name="Group 1">
            <a:extLst>
              <a:ext uri="{FF2B5EF4-FFF2-40B4-BE49-F238E27FC236}">
                <a16:creationId xmlns:a16="http://schemas.microsoft.com/office/drawing/2014/main" id="{05B758F9-0B11-5ACD-0693-69D14C292B00}"/>
              </a:ext>
            </a:extLst>
          </p:cNvPr>
          <p:cNvGrpSpPr/>
          <p:nvPr/>
        </p:nvGrpSpPr>
        <p:grpSpPr>
          <a:xfrm>
            <a:off x="963581" y="1320916"/>
            <a:ext cx="3363908" cy="1144800"/>
            <a:chOff x="4878937" y="1719580"/>
            <a:chExt cx="3363908" cy="1144800"/>
          </a:xfrm>
        </p:grpSpPr>
        <p:pic>
          <p:nvPicPr>
            <p:cNvPr id="4" name="Picture 3">
              <a:extLst>
                <a:ext uri="{FF2B5EF4-FFF2-40B4-BE49-F238E27FC236}">
                  <a16:creationId xmlns:a16="http://schemas.microsoft.com/office/drawing/2014/main" id="{00482522-A0E0-679E-2C32-376053AC8259}"/>
                </a:ext>
              </a:extLst>
            </p:cNvPr>
            <p:cNvPicPr>
              <a:picLocks noChangeAspect="1"/>
            </p:cNvPicPr>
            <p:nvPr/>
          </p:nvPicPr>
          <p:blipFill>
            <a:blip r:embed="rId3">
              <a:extLst>
                <a:ext uri="{28A0092B-C50C-407E-A947-70E740481C1C}">
                  <a14:useLocalDpi xmlns:a14="http://schemas.microsoft.com/office/drawing/2010/main" val="0"/>
                </a:ext>
              </a:extLst>
            </a:blip>
            <a:srcRect t="100" b="100"/>
            <a:stretch/>
          </p:blipFill>
          <p:spPr>
            <a:xfrm>
              <a:off x="4878937" y="1719580"/>
              <a:ext cx="972527" cy="1144800"/>
            </a:xfrm>
            <a:prstGeom prst="ellipse">
              <a:avLst/>
            </a:prstGeom>
          </p:spPr>
        </p:pic>
        <p:sp>
          <p:nvSpPr>
            <p:cNvPr id="5" name="object 9">
              <a:extLst>
                <a:ext uri="{FF2B5EF4-FFF2-40B4-BE49-F238E27FC236}">
                  <a16:creationId xmlns:a16="http://schemas.microsoft.com/office/drawing/2014/main" id="{DE6EB62B-F148-595B-E22B-EFEB7BE7A654}"/>
                </a:ext>
              </a:extLst>
            </p:cNvPr>
            <p:cNvSpPr txBox="1"/>
            <p:nvPr/>
          </p:nvSpPr>
          <p:spPr>
            <a:xfrm>
              <a:off x="5974845" y="1938025"/>
              <a:ext cx="2165159" cy="382797"/>
            </a:xfrm>
            <a:prstGeom prst="rect">
              <a:avLst/>
            </a:prstGeom>
          </p:spPr>
          <p:txBody>
            <a:bodyPr vert="horz" wrap="square" lIns="0" tIns="13335" rIns="0" bIns="0" rtlCol="0">
              <a:spAutoFit/>
            </a:bodyPr>
            <a:lstStyle/>
            <a:p>
              <a:pPr marL="12700">
                <a:spcAft>
                  <a:spcPts val="600"/>
                </a:spcAft>
              </a:pPr>
              <a:r>
                <a:rPr lang="zh-TW" altLang="en-US" sz="2400" b="1" spc="-5" dirty="0">
                  <a:solidFill>
                    <a:schemeClr val="bg1"/>
                  </a:solidFill>
                  <a:ea typeface="微软雅黑" panose="020B0503020204020204" pitchFamily="34" charset="-122"/>
                  <a:cs typeface="Arial"/>
                </a:rPr>
                <a:t>郭良</a:t>
              </a:r>
              <a:r>
                <a:rPr lang="en-GB" altLang="zh-CN" sz="2400" b="1" spc="-5" dirty="0">
                  <a:solidFill>
                    <a:schemeClr val="bg1"/>
                  </a:solidFill>
                  <a:ea typeface="微软雅黑" panose="020B0503020204020204" pitchFamily="34" charset="-122"/>
                  <a:cs typeface="Arial"/>
                </a:rPr>
                <a:t> </a:t>
              </a:r>
              <a:r>
                <a:rPr lang="en-US" altLang="zh-CN" sz="2400" b="1" spc="-5" dirty="0">
                  <a:solidFill>
                    <a:schemeClr val="bg1"/>
                  </a:solidFill>
                  <a:latin typeface="+mj-lt"/>
                  <a:ea typeface="微软雅黑" panose="020B0503020204020204" pitchFamily="34" charset="-122"/>
                  <a:cs typeface="Arial"/>
                </a:rPr>
                <a:t>George Guo</a:t>
              </a:r>
              <a:endParaRPr lang="en-GB" sz="2400" b="1" spc="-5" dirty="0">
                <a:solidFill>
                  <a:schemeClr val="bg1"/>
                </a:solidFill>
                <a:latin typeface="+mj-lt"/>
                <a:ea typeface="微软雅黑" panose="020B0503020204020204" pitchFamily="34" charset="-122"/>
                <a:cs typeface="Arial"/>
              </a:endParaRPr>
            </a:p>
          </p:txBody>
        </p:sp>
        <p:sp>
          <p:nvSpPr>
            <p:cNvPr id="6" name="object 9">
              <a:extLst>
                <a:ext uri="{FF2B5EF4-FFF2-40B4-BE49-F238E27FC236}">
                  <a16:creationId xmlns:a16="http://schemas.microsoft.com/office/drawing/2014/main" id="{3FFEFA66-8049-CB13-F21F-5B8112ED1B4C}"/>
                </a:ext>
              </a:extLst>
            </p:cNvPr>
            <p:cNvSpPr txBox="1"/>
            <p:nvPr/>
          </p:nvSpPr>
          <p:spPr>
            <a:xfrm>
              <a:off x="5974845" y="2394700"/>
              <a:ext cx="2268000" cy="469680"/>
            </a:xfrm>
            <a:prstGeom prst="rect">
              <a:avLst/>
            </a:prstGeom>
          </p:spPr>
          <p:txBody>
            <a:bodyPr vert="horz" wrap="square" lIns="0" tIns="13335" rIns="0" bIns="0" rtlCol="0">
              <a:spAutoFit/>
            </a:bodyPr>
            <a:lstStyle/>
            <a:p>
              <a:pPr marL="12700">
                <a:lnSpc>
                  <a:spcPct val="150000"/>
                </a:lnSpc>
                <a:spcBef>
                  <a:spcPts val="5"/>
                </a:spcBef>
              </a:pPr>
              <a:r>
                <a:rPr lang="zh-CN" altLang="en-US" sz="1050" b="1" spc="-5" dirty="0">
                  <a:solidFill>
                    <a:schemeClr val="bg1"/>
                  </a:solidFill>
                  <a:latin typeface="微软雅黑" panose="020B0503020204020204" pitchFamily="34" charset="-122"/>
                  <a:ea typeface="微软雅黑" panose="020B0503020204020204" pitchFamily="34" charset="-122"/>
                  <a:cs typeface="Arial"/>
                </a:rPr>
                <a:t>总监，数字化赋能服务</a:t>
              </a:r>
              <a:endParaRPr lang="en-GB" altLang="zh-CN" sz="1050" b="1" spc="-5" dirty="0">
                <a:solidFill>
                  <a:schemeClr val="bg1"/>
                </a:solidFill>
                <a:latin typeface="微软雅黑" panose="020B0503020204020204" pitchFamily="34" charset="-122"/>
                <a:ea typeface="微软雅黑" panose="020B0503020204020204" pitchFamily="34" charset="-122"/>
                <a:cs typeface="Arial"/>
              </a:endParaRPr>
            </a:p>
            <a:p>
              <a:pPr marL="12700">
                <a:lnSpc>
                  <a:spcPct val="150000"/>
                </a:lnSpc>
                <a:spcBef>
                  <a:spcPts val="5"/>
                </a:spcBef>
              </a:pPr>
              <a:r>
                <a:rPr lang="en-GB" sz="1050" u="sng" spc="-5" dirty="0">
                  <a:solidFill>
                    <a:schemeClr val="bg1"/>
                  </a:solidFill>
                  <a:latin typeface="Arial Narrow" panose="020B0606020202030204" pitchFamily="34" charset="0"/>
                  <a:ea typeface="微软雅黑" panose="020B0503020204020204" pitchFamily="34" charset="-122"/>
                  <a:cs typeface="Arial"/>
                </a:rPr>
                <a:t>george.guo@kpmg.com</a:t>
              </a:r>
            </a:p>
          </p:txBody>
        </p:sp>
      </p:grpSp>
    </p:spTree>
    <p:extLst>
      <p:ext uri="{BB962C8B-B14F-4D97-AF65-F5344CB8AC3E}">
        <p14:creationId xmlns:p14="http://schemas.microsoft.com/office/powerpoint/2010/main" val="1716104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07/11/2018 15:59:4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xml><?xml version="1.0" encoding="utf-8"?>
<p:tagLst xmlns:a="http://schemas.openxmlformats.org/drawingml/2006/main" xmlns:r="http://schemas.openxmlformats.org/officeDocument/2006/relationships" xmlns:p="http://schemas.openxmlformats.org/presentationml/2006/main">
  <p:tag name="COPYRIGHT1" val="TRUE"/>
</p:tagLst>
</file>

<file path=ppt/theme/theme1.xml><?xml version="1.0" encoding="utf-8"?>
<a:theme xmlns:a="http://schemas.openxmlformats.org/drawingml/2006/main" name="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 id="{CE0945A2-0949-4DEA-BFF4-67D15246D990}" vid="{9B259F59-53D6-4A83-8FC6-B62A20A5D0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4619</TotalTime>
  <Words>290</Words>
  <Application>Microsoft Macintosh PowerPoint</Application>
  <PresentationFormat>Widescreen</PresentationFormat>
  <Paragraphs>16</Paragraphs>
  <Slides>6</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4" baseType="lpstr">
      <vt:lpstr>微软雅黑</vt:lpstr>
      <vt:lpstr>微软雅黑</vt:lpstr>
      <vt:lpstr>Microsoft YaHei UI</vt:lpstr>
      <vt:lpstr>Arial</vt:lpstr>
      <vt:lpstr>Arial Narrow</vt:lpstr>
      <vt:lpstr>KPMG Bold</vt:lpstr>
      <vt:lpstr>KPMG Widescreen - UpSlide</vt:lpstr>
      <vt:lpstr>think-cell Slide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PSFDCE_Validate Workshop Presentation</dc:title>
  <dc:creator>Fang, Mandy M (SH/TECH)</dc:creator>
  <cp:lastModifiedBy>George Guo Liang</cp:lastModifiedBy>
  <cp:revision>1133</cp:revision>
  <dcterms:created xsi:type="dcterms:W3CDTF">2021-04-09T06:51:56Z</dcterms:created>
  <dcterms:modified xsi:type="dcterms:W3CDTF">2026-04-30T05:16:42Z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0x01010036DF8ACB058DF9489700B19236AAD594006082D03AF5756644AC1C4869C435B04A</vt:lpwstr>
  </property>
  <property fmtid="{D5CDD505-2E9C-101B-9397-08002B2CF9AE}" pid="3" name="CandC_Tax_InstanceTerms4">
    <vt:lpwstr/>
  </property>
  <property fmtid="{D5CDD505-2E9C-101B-9397-08002B2CF9AE}" pid="4" name="CandC_Tax_4">
    <vt:lpwstr/>
  </property>
  <property fmtid="{D5CDD505-2E9C-101B-9397-08002B2CF9AE}" pid="5" name="CandC_Tax_InstanceTerms5">
    <vt:lpwstr/>
  </property>
  <property fmtid="{D5CDD505-2E9C-101B-9397-08002B2CF9AE}" pid="6" name="CandC_Tax_ClientFunction">
    <vt:lpwstr>234;#Cross Functional|d30b7f10-d672-4e53-a30e-3ebf576fe8c0</vt:lpwstr>
  </property>
  <property fmtid="{D5CDD505-2E9C-101B-9397-08002B2CF9AE}" pid="7" name="CandC_Tax_Technology">
    <vt:lpwstr>688;#Salesforce|869f5bf1-c3a5-4dd2-b702-3987aa375686</vt:lpwstr>
  </property>
  <property fmtid="{D5CDD505-2E9C-101B-9397-08002B2CF9AE}" pid="8" name="CandC_Tax_5">
    <vt:lpwstr/>
  </property>
  <property fmtid="{D5CDD505-2E9C-101B-9397-08002B2CF9AE}" pid="9" name="CandC_Tax_Methods">
    <vt:lpwstr>732;#Powered Enterprise Salesforce|5641bb71-4835-489d-baa2-ddcbd5d724b3</vt:lpwstr>
  </property>
  <property fmtid="{D5CDD505-2E9C-101B-9397-08002B2CF9AE}" pid="10" name="CandC_Tax_6">
    <vt:lpwstr>51;#Templates|c464024d-75ee-429e-b9f8-5dc1690a94ba</vt:lpwstr>
  </property>
  <property fmtid="{D5CDD505-2E9C-101B-9397-08002B2CF9AE}" pid="11" name="CandC_Tax_Workstream">
    <vt:lpwstr>436;#Business Process and Configuration|046e6ed9-d32f-46be-86f3-37fab53a7299</vt:lpwstr>
  </property>
  <property fmtid="{D5CDD505-2E9C-101B-9397-08002B2CF9AE}" pid="12" name="CandC_Tax_1">
    <vt:lpwstr/>
  </property>
  <property fmtid="{D5CDD505-2E9C-101B-9397-08002B2CF9AE}" pid="13" name="CandC_Tax_Alliances">
    <vt:lpwstr/>
  </property>
  <property fmtid="{D5CDD505-2E9C-101B-9397-08002B2CF9AE}" pid="14" name="CandC_Tax_MethodHierarchy">
    <vt:lpwstr>568;#Conducting Validate Workshops|05c86bcf-d618-4775-8ce0-9ee652810413</vt:lpwstr>
  </property>
  <property fmtid="{D5CDD505-2E9C-101B-9397-08002B2CF9AE}" pid="15" name="CandC_Tax_ESG">
    <vt:lpwstr/>
  </property>
  <property fmtid="{D5CDD505-2E9C-101B-9397-08002B2CF9AE}" pid="16" name="CandC_Tax_InstanceTerms2">
    <vt:lpwstr>644;#Process and Platform Design|ededafec-f7a3-499d-80e3-cc3ebc800ab3</vt:lpwstr>
  </property>
  <property fmtid="{D5CDD505-2E9C-101B-9397-08002B2CF9AE}" pid="17" name="CandC_Tax_ProcessHierarchy">
    <vt:lpwstr/>
  </property>
  <property fmtid="{D5CDD505-2E9C-101B-9397-08002B2CF9AE}" pid="18" name="CandC_Tax_2">
    <vt:lpwstr/>
  </property>
  <property fmtid="{D5CDD505-2E9C-101B-9397-08002B2CF9AE}" pid="19" name="CandC_Tax_7">
    <vt:lpwstr/>
  </property>
  <property fmtid="{D5CDD505-2E9C-101B-9397-08002B2CF9AE}" pid="20" name="CandC_Tax_DeliveryTools">
    <vt:lpwstr>2908;#Validation Workshop Packs|f9c6e33a-5f8a-47a9-a919-8663294935d9</vt:lpwstr>
  </property>
  <property fmtid="{D5CDD505-2E9C-101B-9397-08002B2CF9AE}" pid="21" name="CandC_Tax_Tools">
    <vt:lpwstr/>
  </property>
  <property fmtid="{D5CDD505-2E9C-101B-9397-08002B2CF9AE}" pid="22" name="CandC_Tax_InstanceTerms3">
    <vt:lpwstr/>
  </property>
  <property fmtid="{D5CDD505-2E9C-101B-9397-08002B2CF9AE}" pid="23" name="CandC_Tax_Solutions">
    <vt:lpwstr/>
  </property>
  <property fmtid="{D5CDD505-2E9C-101B-9397-08002B2CF9AE}" pid="24" name="CandC_Tax_8">
    <vt:lpwstr>476;#Validate|f2176df4-ad40-48f9-a12e-c0dcd929e961</vt:lpwstr>
  </property>
  <property fmtid="{D5CDD505-2E9C-101B-9397-08002B2CF9AE}" pid="25" name="CandC_Tax_3">
    <vt:lpwstr/>
  </property>
</Properties>
</file>