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ABC制造 AI战略报告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数字化转型路线图 2024-2027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执行摘要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- AI可降低运营成本15-20%</a:t>
            </a:r>
          </a:p>
          <a:p>
            <a:r>
              <a:t>- 三阶段实施，18个月回收投资</a:t>
            </a:r>
          </a:p>
          <a:p>
            <a:r>
              <a:t>- 优先场景：预测性维护、质量检测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>
            <a:r>
              <a:t>现状 vs 目标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4754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当前状态</a:t>
            </a:r>
          </a:p>
          <a:p>
            <a:r>
              <a:t>- 手工质检</a:t>
            </a:r>
          </a:p>
          <a:p>
            <a:r>
              <a:t>- 设备故障率8%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463040"/>
            <a:ext cx="4754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目标状态</a:t>
            </a:r>
          </a:p>
          <a:p>
            <a:r>
              <a:t>- AI视觉检测</a:t>
            </a:r>
          </a:p>
          <a:p>
            <a:r>
              <a:t>- 故障率降至2%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