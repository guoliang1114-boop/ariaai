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BMS中国 AI战略报告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**战略定位**</a:t>
            </a:r>
          </a:p>
          <a:p>
            <a:r>
              <a:t>• 从"数字化工具应用"迈向"AI原生组织"，构建生命科学行业AI领导力</a:t>
            </a:r>
          </a:p>
          <a:p/>
          <a:p>
            <a:r>
              <a:t>**三大核心战场**</a:t>
            </a:r>
          </a:p>
          <a:p>
            <a:r>
              <a:t>• **医学卓越**：AI驱动的医学内容生成与证据洞察，缩短30%医学材料产出周期</a:t>
            </a:r>
          </a:p>
          <a:p>
            <a:r>
              <a:t>• **合规智能**：实时销售行为监测与风险预警，降低合规事件发生率50%+</a:t>
            </a:r>
          </a:p>
          <a:p>
            <a:r>
              <a:t>• **患者中心**：个性化患者旅程管理与依从性预测，提升患者留存率20%</a:t>
            </a:r>
          </a:p>
          <a:p/>
          <a:p>
            <a:r>
              <a:t>**投资框架**</a:t>
            </a:r>
          </a:p>
          <a:p>
            <a:r>
              <a:t>• 3年总投入约4,200万元，预期第三年实现盈亏平衡，第五年累计ROI达180%</a:t>
            </a:r>
          </a:p>
          <a:p/>
          <a:p>
            <a:r>
              <a:t>**关键成功因素**</a:t>
            </a:r>
          </a:p>
          <a:p>
            <a:r>
              <a:t>• 数据治理体系升级、医学-技术复合团队建设、监管合规前置设计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行业背景与AI机遇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**全球生命科学AI市场趋势**</a:t>
            </a:r>
          </a:p>
          <a:p>
            <a:r>
              <a:t>• 2024年全球制药AI市场规模达48亿美元，CAGR 40.8%（2024-2030）</a:t>
            </a:r>
          </a:p>
          <a:p>
            <a:r>
              <a:t>• 生成式AI在医学内容创作领域渗透率预计2026年达35%</a:t>
            </a:r>
          </a:p>
          <a:p/>
          <a:p>
            <a:r>
              <a:t>**中国监管环境**</a:t>
            </a:r>
          </a:p>
          <a:p>
            <a:r>
              <a:t>• 《药品网络销售监督管理办法》对AI辅助决策的合规边界界定</a:t>
            </a:r>
          </a:p>
          <a:p>
            <a:r>
              <a:t>• 《生成式人工智能服务管理暂行办法》对医疗场景的特殊要求</a:t>
            </a:r>
          </a:p>
          <a:p/>
          <a:p>
            <a:r>
              <a:t>**竞争格局**</a:t>
            </a:r>
          </a:p>
          <a:p>
            <a:r>
              <a:t>• **跨国药企**：罗氏、诺华已部署医学AI助手，阿斯利康建立AI驱动的患者管理平台</a:t>
            </a:r>
          </a:p>
          <a:p>
            <a:r>
              <a:t>• **本土创新**：信达生物、百济神州在数字化临床试验领域AI应用领先</a:t>
            </a:r>
          </a:p>
          <a:p/>
          <a:p>
            <a:r>
              <a:t>**BMS窗口期**</a:t>
            </a:r>
          </a:p>
          <a:p>
            <a:r>
              <a:t>• 利用中级数字化基础，跳过单点工具阶段，直接进入集成化AI平台构建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现状评估与差距分析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**数字化成熟度诊断（中级水平拆解）**</a:t>
            </a:r>
          </a:p>
          <a:p>
            <a:r>
              <a:t>• **优势**：全球数字化基础设施接入、CRM系统完善、基础数据仓库已建立</a:t>
            </a:r>
          </a:p>
          <a:p>
            <a:r>
              <a:t>• **短板**：数据孤岛（医学/销售/患者数据未打通）、AI治理框架缺失、医学内容生产依赖人工</a:t>
            </a:r>
          </a:p>
          <a:p/>
          <a:p>
            <a:r>
              <a:t>**关键差距**</a:t>
            </a:r>
          </a:p>
          <a:p>
            <a:r>
              <a:t>• **技术层**：缺乏企业级AI中台，现有系统API开放度不足</a:t>
            </a:r>
          </a:p>
          <a:p>
            <a:r>
              <a:t>• **数据层**：患者真实世界数据（RWD）采集合规路径未打通，数据标注质量参差</a:t>
            </a:r>
          </a:p>
          <a:p>
            <a:r>
              <a:t>• **组织层**：医学-IT-合规跨部门协作机制未建立，AI人才密度低</a:t>
            </a:r>
          </a:p>
          <a:p>
            <a:r>
              <a:t>• **监管层**：AI在医学推广场景的合规边界尚未获得内部法务确认</a:t>
            </a:r>
          </a:p>
          <a:p/>
          <a:p>
            <a:r>
              <a:t>**风险评级**</a:t>
            </a:r>
          </a:p>
          <a:p>
            <a:r>
              <a:t>• 中等（具备快速追赶条件，但需6-12个月基础能力建设期）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战略愿景与目标体系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**愿景声明**</a:t>
            </a:r>
          </a:p>
          <a:p>
            <a:r>
              <a:t>• "成为生命科学领域AI赋能患者价值的标杆企业"</a:t>
            </a:r>
          </a:p>
          <a:p/>
          <a:p>
            <a:r>
              <a:t>**三阶段目标**</a:t>
            </a:r>
          </a:p>
          <a:p>
            <a:r>
              <a:t>• **2025（筑基年）**：建立AI治理框架，完成3个高优先级场景POC验证</a:t>
            </a:r>
          </a:p>
          <a:p>
            <a:r>
              <a:t>• **2026（扩展年）**：规模化部署医学AI助手与合规监测系统，覆盖80%核心业务场景</a:t>
            </a:r>
          </a:p>
          <a:p>
            <a:r>
              <a:t>• **2027-2028（领导年）**：构建行业级AI平台，对外输出最佳实践，形成数据飞轮</a:t>
            </a:r>
          </a:p>
          <a:p/>
          <a:p>
            <a:r>
              <a:t>**量化KPI体系**</a:t>
            </a:r>
          </a:p>
          <a:p>
            <a:r>
              <a:t>• **效率类**：医学材料产出周期↓30%、医学问询响应时间↓50%</a:t>
            </a:r>
          </a:p>
          <a:p>
            <a:r>
              <a:t>• **质量类**：合规事件预警准确率&gt;85%、医学内容一致性100%</a:t>
            </a:r>
          </a:p>
          <a:p>
            <a:r>
              <a:t>• **创新类**：患者数字化管理覆盖率60%、AI驱动洞察产出占比40%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核心场景一：医学事务智能引擎（MedAI）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**场景定义**</a:t>
            </a:r>
          </a:p>
          <a:p>
            <a:r>
              <a:t>• 覆盖医学内容生成、医学问询应答、医学会议洞察的全链路AI赋能</a:t>
            </a:r>
          </a:p>
          <a:p/>
          <a:p>
            <a:r>
              <a:t>**核心功能模块**</a:t>
            </a:r>
          </a:p>
          <a:p>
            <a:r>
              <a:t>• **智能医学写作**：基于全球临床数据自动生成本土化医学幻灯片、DA（宣传资料），支持多品牌模板</a:t>
            </a:r>
          </a:p>
          <a:p>
            <a:r>
              <a:t>• **医学问询助手**：基于RAG（检索增强生成）技术的7×24小时医学问询响应，自动关联产品说明书与最新文献</a:t>
            </a:r>
          </a:p>
          <a:p>
            <a:r>
              <a:t>• **医学会议洞察**：自动抓取KOL观点，生成医学趋势报告与竞争情报</a:t>
            </a:r>
          </a:p>
          <a:p/>
          <a:p>
            <a:r>
              <a:t>**技术架构**</a:t>
            </a:r>
          </a:p>
          <a:p>
            <a:r>
              <a:t>• 本地化部署的大语言模型（优先考虑阿里通义/百度文心医疗版）+ 向量数据库 + 医学知识图谱</a:t>
            </a:r>
          </a:p>
          <a:p/>
          <a:p>
            <a:r>
              <a:t>**合规设计**</a:t>
            </a:r>
          </a:p>
          <a:p>
            <a:r>
              <a:t>• 所有输出经医学部审核工作流，关键声明自动标注参考文献来源</a:t>
            </a:r>
          </a:p>
          <a:p/>
          <a:p>
            <a:r>
              <a:t>**预期收益**</a:t>
            </a:r>
          </a:p>
          <a:p>
            <a:r>
              <a:t>• 医学团队生产力提升40%，内容合规风险降低60%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核心场景二：智能合规与代表赋能（CompAI）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**场景痛点**</a:t>
            </a:r>
          </a:p>
          <a:p>
            <a:r>
              <a:t>• 医药代表与HCP（医疗专业人士）互动频次高、场景复杂，传统人工抽检覆盖率不足5%</a:t>
            </a:r>
          </a:p>
          <a:p/>
          <a:p>
            <a:r>
              <a:t>**AI解决方案**</a:t>
            </a:r>
          </a:p>
          <a:p>
            <a:r>
              <a:t>• **实时对话监测**：通过CRM系统自动分析代表与HCP的沟通记录（邮件/会议/微信），识别超适应证推广、不当承诺等风险</a:t>
            </a:r>
          </a:p>
          <a:p>
            <a:r>
              <a:t>• **代表智能教练**：基于优秀代表行为数据，为新人提供实时话术建议与模拟训练</a:t>
            </a:r>
          </a:p>
          <a:p>
            <a:r>
              <a:t>• **合规预警中心**：风险行为实时推送至合规官，自动触发调查流程</a:t>
            </a:r>
          </a:p>
          <a:p/>
          <a:p>
            <a:r>
              <a:t>**技术实现**</a:t>
            </a:r>
          </a:p>
          <a:p>
            <a:r>
              <a:t>• NLP实体识别 + 情感分析 + 规则引擎 + 轻量级大模型</a:t>
            </a:r>
          </a:p>
          <a:p/>
          <a:p>
            <a:r>
              <a:t>**数据隐私**</a:t>
            </a:r>
          </a:p>
          <a:p>
            <a:r>
              <a:t>• 严格遵循《个人信息保护法》，分析限于业务合规目的，不涉及患者隐私数据</a:t>
            </a:r>
          </a:p>
          <a:p/>
          <a:p>
            <a:r>
              <a:t>**量化价值**</a:t>
            </a:r>
          </a:p>
          <a:p>
            <a:r>
              <a:t>• 合规抽检覆盖率提升至100%，代表培训周期缩短50%，潜在合规罚款风险降低80%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核心场景三：患者数字化管理平台（PatientAI）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**战略背景**</a:t>
            </a:r>
          </a:p>
          <a:p>
            <a:r>
              <a:t>• 创新药可及性与依从性管理直接影响治疗效果与品牌忠诚度</a:t>
            </a:r>
          </a:p>
          <a:p/>
          <a:p>
            <a:r>
              <a:t>**平台架构**</a:t>
            </a:r>
          </a:p>
          <a:p>
            <a:r>
              <a:t>• **患者画像引擎**：整合处方数据、数字化互动行为、患者 reported outcomes（PRO），构建360°患者视图</a:t>
            </a:r>
          </a:p>
          <a:p>
            <a:r>
              <a:t>• **依从性预测模型**：机器学习识别停药风险患者，提前干预</a:t>
            </a:r>
          </a:p>
          <a:p>
            <a:r>
              <a:t>• **智能患教助手**：生成式AI提供个性化用药指导与副作用管理建议（经医学审核）</a:t>
            </a:r>
          </a:p>
          <a:p>
            <a:r>
              <a:t>• **患者社区洞察**：分析患者社群讨论，捕捉未被满足的需求与竞品动态</a:t>
            </a:r>
          </a:p>
          <a:p/>
          <a:p>
            <a:r>
              <a:t>**合规边界**</a:t>
            </a:r>
          </a:p>
          <a:p>
            <a:r>
              <a:t>• 严格遵守《药品管理法》关于处方药广告规定，AI输出限定于疾病教育与用药指导，不涉及疗效承诺</a:t>
            </a:r>
          </a:p>
          <a:p/>
          <a:p>
            <a:r>
              <a:t>**合作生态**</a:t>
            </a:r>
          </a:p>
          <a:p>
            <a:r>
              <a:t>• 与DTP药房、互联网医院、患者组织数据打通（需患者授权）</a:t>
            </a:r>
          </a:p>
          <a:p/>
          <a:p>
            <a:r>
              <a:t>**预期成果**</a:t>
            </a:r>
          </a:p>
          <a:p>
            <a:r>
              <a:t>• 患者6个月留存率提升20%，患者洞察报告产出效率提升3倍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核心场景四：研发与真实世界数据智能（RWE AI）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**应用场景**</a:t>
            </a:r>
          </a:p>
          <a:p>
            <a:r>
              <a:t>• **临床试验患者招募**：AI匹配电子病历与入组标准，缩短招募周期</a:t>
            </a:r>
          </a:p>
          <a:p>
            <a:r>
              <a:t>• **真实世界证据生成**：自动化数据清洗、统计分析、研究报告生成，支持医保谈判与适应证扩展</a:t>
            </a:r>
          </a:p>
          <a:p/>
          <a:p>
            <a:r>
              <a:t>**技术栈**</a:t>
            </a:r>
          </a:p>
          <a:p>
            <a:r>
              <a:t>• FHIR标准数据接口 + 联邦学习（保障数据隐私） + 自动化生物统计工具</a:t>
            </a:r>
          </a:p>
          <a:p/>
          <a:p>
            <a:r>
              <a:t>**战略价值**</a:t>
            </a:r>
          </a:p>
          <a:p>
            <a:r>
              <a:t>• 加速新产品上市周期6-12个月，支持医保准入证据包自动化生成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技术架构与数据战略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**企业级AI中台架构**</a:t>
            </a:r>
          </a:p>
          <a:p>
            <a:r>
              <a:t>• **基础设施层**：混合云部署（核心数据本地，模型训练可调用公有云算力）</a:t>
            </a:r>
          </a:p>
          <a:p>
            <a:r>
              <a:t>• **数据层**：统一数据湖（整合CRM、医学系统、患者平台数据），建立医学术语标准（MedDRA/SNOMED CT）</a:t>
            </a:r>
          </a:p>
          <a:p>
            <a:r>
              <a:t>• **模型层**：基础大模型（通义千问/文心一言医疗版）+ 微调层（BMS私有医学数据）+ 提示词工程层</a:t>
            </a:r>
          </a:p>
          <a:p>
            <a:r>
              <a:t>• **应用层**：上述四大场景AI应用</a:t>
            </a:r>
          </a:p>
          <a:p>
            <a:r>
              <a:t>• **治理层**：AI伦理委员会、模型性能监控、数据安全审计</a:t>
            </a:r>
          </a:p>
          <a:p/>
          <a:p>
            <a:r>
              <a:t>**数据战略重点**</a:t>
            </a:r>
          </a:p>
          <a:p>
            <a:r>
              <a:t>• 建立医学数据资产目录，明确数据所有权与使用权限</a:t>
            </a:r>
          </a:p>
          <a:p>
            <a:r>
              <a:t>• 构建高质量医学标注数据集（目标：10万+条医学问答对）</a:t>
            </a:r>
          </a:p>
          <a:p>
            <a:r>
              <a:t>• 与医院/科研机构建立联邦学习合作网络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组织与人才战略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**组织架构调整**</a:t>
            </a:r>
          </a:p>
          <a:p>
            <a:r>
              <a:t>• 设立"AI卓越中心（AI CoE）"：虚体组织，挂靠医学部或数字化部门，设AI战略负责人1名</a:t>
            </a:r>
          </a:p>
          <a:p>
            <a:r>
              <a:t>• 嵌入式AI专家：医学部、合规部、市场部各设AI业务伙伴（AI BP）</a:t>
            </a:r>
          </a:p>
          <a:p>
            <a:r>
              <a:t>• 外部生态：与2-3家AI技术供应商建立战略合作，灵活调用算法科学家资源</a:t>
            </a:r>
          </a:p>
          <a:p/>
          <a:p>
            <a:r>
              <a:t>**人才能力模型**</a:t>
            </a:r>
          </a:p>
          <a:p>
            <a:r>
              <a:t>• **医学+AI复合人才**：招聘2-3名具备医学背景（药学/临床医学）的数据科学家</a:t>
            </a:r>
          </a:p>
          <a:p>
            <a:r>
              <a:t>• **全员AI素养**：针对医学经理、代表、合规官的分层AI培训课程</a:t>
            </a:r>
          </a:p>
          <a:p/>
          <a:p>
            <a:r>
              <a:t>**变革管理**</a:t>
            </a:r>
          </a:p>
          <a:p>
            <a:r>
              <a:t>• 高层赞助：由总经理/医学副总裁担任项目赞助人</a:t>
            </a:r>
          </a:p>
          <a:p>
            <a:r>
              <a:t>• 早期胜利：选择3个"快速见效"场景（如医学幻灯片生成）建立信心</a:t>
            </a:r>
          </a:p>
          <a:p>
            <a:r>
              <a:t>• 阻力应对：针对"AI替代医学工作"的担忧，明确定位为"增强智能"而非替代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监管合规与风险管理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**核心合规挑战**</a:t>
            </a:r>
          </a:p>
          <a:p>
            <a:r>
              <a:t>• 医疗广告法：AI生成内容不得构成处方药直接推广</a:t>
            </a:r>
          </a:p>
          <a:p>
            <a:r>
              <a:t>• 数据安全法：患者数据出境需安全评估（涉及全球系统对接时）</a:t>
            </a:r>
          </a:p>
          <a:p>
            <a:r>
              <a:t>• 算法推荐规定：AI辅助决策需保持人类在环（Human-in-the-loop）</a:t>
            </a:r>
          </a:p>
          <a:p/>
          <a:p>
            <a:r>
              <a:t>**风险缓释措施**</a:t>
            </a:r>
          </a:p>
          <a:p>
            <a:r>
              <a:t>• 建立"AI合规审查委员会"：医学、法务、合规、数字化四方会审机制</a:t>
            </a:r>
          </a:p>
          <a:p>
            <a:r>
              <a:t>• 内容水印与溯源：所有AI生成内容自动标注"AI辅助生成+审核人签名"</a:t>
            </a:r>
          </a:p>
          <a:p>
            <a:r>
              <a:t>• 模型可解释性：优先选用可解释AI技术，关键决策保留审计日志</a:t>
            </a:r>
          </a:p>
          <a:p>
            <a:r>
              <a:t>• 应急预案：AI系统故障时的 manual fallback 流程</a:t>
            </a:r>
          </a:p>
          <a:p/>
          <a:p>
            <a:r>
              <a:t>**监管沟通策略**</a:t>
            </a:r>
          </a:p>
          <a:p>
            <a:r>
              <a:t>• 主动与药监局、网信办沟通，争取AI+医学试点项目资格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实施路线图（Roadmap）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**Phase 1（2025 Q1-Q2）：基础建设与试点**</a:t>
            </a:r>
          </a:p>
          <a:p>
            <a:r>
              <a:t>• 成立AI CoE，完成技术架构设计</a:t>
            </a:r>
          </a:p>
          <a:p>
            <a:r>
              <a:t>• 启动医学写作助手POC（1个品牌试点）</a:t>
            </a:r>
          </a:p>
          <a:p>
            <a:r>
              <a:t>• 完成数据治理现状评估与整改方案</a:t>
            </a:r>
          </a:p>
          <a:p>
            <a:r>
              <a:t>• 预算：800万元</a:t>
            </a:r>
          </a:p>
          <a:p/>
          <a:p>
            <a:r>
              <a:t>**Phase 2（2025 Q3-2026 Q2）：核心场景规模化**</a:t>
            </a:r>
          </a:p>
          <a:p>
            <a:r>
              <a:t>• 医学AI助手覆盖全部核心品牌</a:t>
            </a:r>
          </a:p>
          <a:p>
            <a:r>
              <a:t>• 上线合规监测系统（试点区域）</a:t>
            </a:r>
          </a:p>
          <a:p>
            <a:r>
              <a:t>• 患者平台AI模块上线</a:t>
            </a:r>
          </a:p>
          <a:p>
            <a:r>
              <a:t>• 预算：1,800万元</a:t>
            </a:r>
          </a:p>
          <a:p/>
          <a:p>
            <a:r>
              <a:t>**Phase 3（2026 Q3-2027 Q4）：智能化深化与生态**</a:t>
            </a:r>
          </a:p>
          <a:p>
            <a:r>
              <a:t>• RWE AI平台上线</a:t>
            </a:r>
          </a:p>
          <a:p>
            <a:r>
              <a:t>• 全面自动化工作流（80%医学材料AI辅助生成）</a:t>
            </a:r>
          </a:p>
          <a:p>
            <a:r>
              <a:t>• 探索AI驱动的数字疗法（DTx）合作</a:t>
            </a:r>
          </a:p>
          <a:p>
            <a:r>
              <a:t>• 预算：1,600万元</a:t>
            </a:r>
          </a:p>
          <a:p/>
          <a:p>
            <a:r>
              <a:t>**关键里程碑**</a:t>
            </a:r>
          </a:p>
          <a:p>
            <a:r>
              <a:t>• 每季度向EMT（执行管理团队）汇报进展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投资估算与ROI分析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**总投资：4,200万元（3年）**</a:t>
            </a:r>
          </a:p>
          <a:p>
            <a:r>
              <a:t>• 技术基础设施：1,500万元（AI中台、算力、数据治理）</a:t>
            </a:r>
          </a:p>
          <a:p>
            <a:r>
              <a:t>• 软件开发与采购：1,200万元（自研+SaaS采购）</a:t>
            </a:r>
          </a:p>
          <a:p>
            <a:r>
              <a:t>• 组织变革：600万元（招聘、培训、变革管理）</a:t>
            </a:r>
          </a:p>
          <a:p>
            <a:r>
              <a:t>• 运营维护：900万元（含云服务、安全审计）</a:t>
            </a:r>
          </a:p>
          <a:p/>
          <a:p>
            <a:r>
              <a:t>**收益测算（累计5年）**</a:t>
            </a:r>
          </a:p>
          <a:p>
            <a:r>
              <a:t>• **效率节省**：医学团队人力节省等值2,800万元</a:t>
            </a:r>
          </a:p>
          <a:p>
            <a:r>
              <a:t>• **风险规避**：避免潜在合规罚款及声誉损失估值1,500万元</a:t>
            </a:r>
          </a:p>
          <a:p>
            <a:r>
              <a:t>• **收入提升**：患者依从性改善带来额外处方量估值3,200万元</a:t>
            </a:r>
          </a:p>
          <a:p>
            <a:r>
              <a:t>• **累计净收益**：约7,500万元，ROI = 179%，IRR = 45%</a:t>
            </a:r>
          </a:p>
          <a:p/>
          <a:p>
            <a:r>
              <a:t>**敏感性分析**</a:t>
            </a:r>
          </a:p>
          <a:p>
            <a:r>
              <a:t>• 在收益实现率仅60%的悲观情景下，项目仍可在第4年收回投资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下一步行动计划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**即时行动项（未来30天）**</a:t>
            </a:r>
          </a:p>
          <a:p>
            <a:r>
              <a:t>• 与全球总部对齐AI战略优先级，争取技术/资金资源支持</a:t>
            </a:r>
          </a:p>
          <a:p>
            <a:r>
              <a:t>• 成立AI项目指导委员会，确认跨部门治理机制</a:t>
            </a:r>
          </a:p>
          <a:p>
            <a:r>
              <a:t>• 启动医学内容生成场景的技术供应商POC招标</a:t>
            </a:r>
          </a:p>
          <a:p>
            <a:r>
              <a:t>• 开展全员AI意识调研，识别变革阻力点</a:t>
            </a:r>
          </a:p>
          <a:p/>
          <a:p>
            <a:r>
              <a:t>**季度关键任务**</a:t>
            </a:r>
          </a:p>
          <a:p>
            <a:r>
              <a:t>• **Q1**：完成技术架构详细设计，确定数据治理整改清单</a:t>
            </a:r>
          </a:p>
          <a:p>
            <a:r>
              <a:t>• **Q2**：医学写作助手MVP上线，启动合规监测场景需求分析</a:t>
            </a:r>
          </a:p>
          <a:p>
            <a:r>
              <a:t>• **Q3**：完成首批医学标注数据集构建（2万条）</a:t>
            </a:r>
          </a:p>
          <a:p/>
          <a:p>
            <a:r>
              <a:t>**成功承诺**</a:t>
            </a:r>
          </a:p>
          <a:p>
            <a:r>
              <a:t>• 本顾问团队将提供12个月贴身辅导，确保战略落地不走样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