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2"/>
    <p:sldId id="295" r:id="rId11"/>
    <p:sldId id="296" r:id="rId12"/>
    <p:sldId id="294" r:id="rId3"/>
  </p:sldIdLst>
  <p:sldSz cx="12192000" cy="6858000"/>
  <p:notesSz cx="6858000" cy="9144000"/>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0" pos="7151" userDrawn="1">
          <p15:clr>
            <a:srgbClr val="A4A3A4"/>
          </p15:clr>
        </p15:guide>
        <p15:guide id="1" orient="horz" pos="2160">
          <p15:clr>
            <a:srgbClr val="A4A3A4"/>
          </p15:clr>
        </p15:guide>
        <p15:guide id="2" orient="horz" pos="95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02C042-9740-DF41-7C80-FB21003EE1DB}" name="Dikkers, Steije" initials="DS" userId="S::Dikkers.Steije@kpmg.nl::a8ff0ee6-826d-45cd-bafd-8e5c819481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5FD"/>
    <a:srgbClr val="EAAA00"/>
    <a:srgbClr val="FFFFFF"/>
    <a:srgbClr val="00A3A1"/>
    <a:srgbClr val="005EB8"/>
    <a:srgbClr val="6D2077"/>
    <a:srgbClr val="0091DA"/>
    <a:srgbClr val="00338D"/>
    <a:srgbClr val="ACEAFF"/>
    <a:srgbClr val="B4F8C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rgbClr val="00000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wholeTbl>
      <a:tcTxStyle>
        <a:fontRef idx="minor">
          <a:srgbClr val="000000"/>
        </a:fontRef>
        <a:schemeClr val="dk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w="6350" cap="flat" cmpd="sng">
              <a:solidFill>
                <a:schemeClr val="accent6"/>
              </a:solidFill>
              <a:prstDash val="solid"/>
              <a:miter/>
            </a:ln>
          </a:insideV>
        </a:tcBdr>
        <a:fill>
          <a:noFill/>
        </a:fill>
      </a:tcStyle>
    </a:wholeTbl>
    <a:band1H>
      <a:tcStyle>
        <a:tcBdr/>
        <a:fill>
          <a:solidFill>
            <a:schemeClr val="accent6">
              <a:alpha val="40000"/>
            </a:schemeClr>
          </a:solidFill>
        </a:fill>
      </a:tcStyle>
    </a:band1H>
    <a:band1V>
      <a:tcStyle>
        <a:tcBdr>
          <a:top>
            <a:ln w="6350" cap="flat" cmpd="sng">
              <a:solidFill>
                <a:schemeClr val="accent6"/>
              </a:solidFill>
              <a:prstDash val="solid"/>
              <a:miter/>
            </a:ln>
          </a:top>
          <a:bottom>
            <a:ln w="6350" cap="flat" cmpd="sng">
              <a:solidFill>
                <a:schemeClr val="accent6"/>
              </a:solidFill>
              <a:prstDash val="solid"/>
              <a:miter/>
            </a:ln>
          </a:bottom>
        </a:tcBdr>
        <a:fill>
          <a:solidFill>
            <a:schemeClr val="accent6">
              <a:alpha val="40000"/>
            </a:schemeClr>
          </a:solidFill>
        </a:fill>
      </a:tcStyle>
    </a:band1V>
    <a:lastCol>
      <a:tcTxStyle b="on"/>
      <a:tcStyle>
        <a:tcBdr>
          <a:left>
            <a:ln w="1270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lastCol>
    <a:firstCol>
      <a:tcTxStyle b="on"/>
      <a:tcStyle>
        <a:tcBdr>
          <a:left>
            <a:ln w="6350" cap="flat" cmpd="sng">
              <a:solidFill>
                <a:schemeClr val="accent6"/>
              </a:solidFill>
              <a:prstDash val="solid"/>
              <a:miter/>
            </a:ln>
          </a:left>
          <a:right>
            <a:ln w="1270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firstCol>
    <a:lastRow>
      <a:tcTxStyle b="on"/>
      <a:tcStyle>
        <a:tcBdr>
          <a:left>
            <a:ln w="6350" cap="flat" cmpd="sng">
              <a:solidFill>
                <a:schemeClr val="accent6"/>
              </a:solidFill>
              <a:prstDash val="solid"/>
              <a:miter/>
            </a:ln>
          </a:left>
          <a:right>
            <a:ln w="6350" cap="flat" cmpd="sng">
              <a:solidFill>
                <a:schemeClr val="accent6"/>
              </a:solidFill>
              <a:prstDash val="solid"/>
              <a:miter/>
            </a:ln>
          </a:right>
          <a:top>
            <a:ln w="12700" cap="flat" cmpd="sng">
              <a:solidFill>
                <a:schemeClr val="accent6"/>
              </a:solidFill>
              <a:prstDash val="solid"/>
              <a:miter/>
            </a:ln>
          </a:top>
          <a:bottom>
            <a:ln w="12700" cap="flat" cmpd="sng">
              <a:solidFill>
                <a:schemeClr val="accent6"/>
              </a:solidFill>
              <a:prstDash val="solid"/>
              <a:miter/>
            </a:ln>
          </a:bottom>
          <a:insideH>
            <a:ln>
              <a:noFill/>
            </a:ln>
          </a:insideH>
          <a:insideV>
            <a:ln>
              <a:noFill/>
            </a:ln>
          </a:insideV>
        </a:tcBdr>
        <a:fill>
          <a:noFill/>
        </a:fill>
      </a:tcStyle>
    </a:lastRow>
    <a:firstRow>
      <a:tcTxStyle b="on">
        <a:fontRef idx="minor">
          <a:srgbClr val="000000"/>
        </a:fontRef>
        <a:schemeClr val="lt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12700" cap="flat" cmpd="sng">
              <a:solidFill>
                <a:schemeClr val="lt1"/>
              </a:solidFill>
              <a:prstDash val="solid"/>
              <a:miter/>
            </a:ln>
          </a:bottom>
          <a:insideH>
            <a:ln>
              <a:noFill/>
            </a:ln>
          </a:insideH>
          <a:insideV>
            <a:ln>
              <a:noFill/>
            </a:ln>
          </a:insideV>
        </a:tcBdr>
        <a:fill>
          <a:solidFill>
            <a:schemeClr val="accent6"/>
          </a:solidFill>
        </a:fill>
      </a:tcStyle>
    </a:firstRow>
  </a:tblStyle>
  <a:tblStyle styleId="{21E4AEA4-8DFA-4A89-87EB-49C32662AFE0}" styleName="Medium Style 2 - Accent 2">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fontRef idx="minor">
          <a:srgbClr val="000000"/>
        </a:fontRef>
        <a:schemeClr val="lt1"/>
      </a:tcTxStyle>
      <a:tcStyle>
        <a:tcBdr/>
        <a:fill>
          <a:solidFill>
            <a:schemeClr val="accent2"/>
          </a:solidFill>
        </a:fill>
      </a:tcStyle>
    </a:lastCol>
    <a:firstCol>
      <a:tcTxStyle b="on">
        <a:fontRef idx="minor">
          <a:srgbClr val="000000"/>
        </a:fontRef>
        <a:schemeClr val="lt1"/>
      </a:tcTxStyle>
      <a:tcStyle>
        <a:tcBdr/>
        <a:fill>
          <a:solidFill>
            <a:schemeClr val="accent2"/>
          </a:solidFill>
        </a:fill>
      </a:tcStyle>
    </a:firstCol>
    <a:lastRow>
      <a:tcTxStyle b="on">
        <a:fontRef idx="minor">
          <a:srgbClr val="000000"/>
        </a:fontRef>
        <a:schemeClr val="lt1"/>
      </a:tcTxStyle>
      <a:tcStyle>
        <a:tcBdr>
          <a:top>
            <a:ln w="38100" cmpd="sng">
              <a:solidFill>
                <a:schemeClr val="lt1"/>
              </a:solidFill>
            </a:ln>
          </a:top>
        </a:tcBdr>
        <a:fill>
          <a:solidFill>
            <a:schemeClr val="accent2"/>
          </a:solidFill>
        </a:fill>
      </a:tcStyle>
    </a:lastRow>
    <a:firstRow>
      <a:tcTxStyle b="on">
        <a:fontRef idx="minor">
          <a:srgbClr val="000000"/>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24" autoAdjust="0"/>
    <p:restoredTop sz="91933" autoAdjust="0"/>
  </p:normalViewPr>
  <p:slideViewPr>
    <p:cSldViewPr snapToGrid="0" showGuides="1">
      <p:cViewPr varScale="1">
        <p:scale>
          <a:sx n="91" d="100"/>
          <a:sy n="91" d="100"/>
        </p:scale>
        <p:origin x="216" y="688"/>
      </p:cViewPr>
      <p:guideLst>
        <p:guide pos="7151"/>
        <p:guide orient="horz" pos="2160"/>
        <p:guide orient="horz" pos="958"/>
      </p:guideLst>
    </p:cSldViewPr>
  </p:slideViewPr>
  <p:outlineViewPr>
    <p:cViewPr>
      <p:scale>
        <a:sx n="33" d="100"/>
        <a:sy n="33" d="100"/>
      </p:scale>
      <p:origin x="0" y="-154"/>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microsoft.com/office/2018/10/relationships/authors" Target="authors.xml"/><Relationship Id="rId11" Type="http://schemas.openxmlformats.org/officeDocument/2006/relationships/slide" Target="slides/slide3.xml"/><Relationship Id="rId12" Type="http://schemas.openxmlformats.org/officeDocument/2006/relationships/slide" Target="slides/slide4.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tags" Target="tags/tag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E39D9A20-47A0-4507-821D-C8B61CB79B2C}" type="datetimeFigureOut">
              <a:rPr lang="en-GB" smtClean="0"/>
              <a:pPr/>
              <a:t>28/03/2026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8C8016EA-0E9C-45D3-B4F5-4B3ECC13DA20}" type="slidenum">
              <a:rPr lang="en-GB" smtClean="0"/>
              <a:pPr/>
              <a:t>‹#›</a:t>
            </a:fld>
            <a:endParaRPr lang="en-GB" dirty="0"/>
          </a:p>
        </p:txBody>
      </p:sp>
    </p:spTree>
    <p:extLst>
      <p:ext uri="{BB962C8B-B14F-4D97-AF65-F5344CB8AC3E}">
        <p14:creationId xmlns:p14="http://schemas.microsoft.com/office/powerpoint/2010/main" val="886817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51006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F1CB7534-2BE2-8E32-C577-3605C1A5355A}"/>
              </a:ext>
            </a:extLst>
          </p:cNvPr>
          <p:cNvSpPr>
            <a:spLocks noGrp="1"/>
          </p:cNvSpPr>
          <p:nvPr>
            <p:ph sz="quarter" idx="11"/>
          </p:nvPr>
        </p:nvSpPr>
        <p:spPr>
          <a:xfrm>
            <a:off x="6303963" y="1316038"/>
            <a:ext cx="5389562" cy="4502150"/>
          </a:xfrm>
        </p:spPr>
        <p:txBody>
          <a:bodyPr/>
          <a:lstStyle/>
          <a:p>
            <a:pPr lvl="0"/>
            <a:r>
              <a:rPr kumimoji="1" lang="en-US" altLang="zh-CN"/>
              <a:t>Click to edit Master text styles</a:t>
            </a:r>
          </a:p>
          <a:p>
            <a:pPr lvl="1"/>
            <a:r>
              <a:rPr kumimoji="1" lang="en-US" altLang="zh-CN"/>
              <a:t>Second level</a:t>
            </a:r>
          </a:p>
          <a:p>
            <a:pPr lvl="2"/>
            <a:r>
              <a:rPr kumimoji="1" lang="en-US" altLang="zh-CN"/>
              <a:t>Third level</a:t>
            </a:r>
          </a:p>
          <a:p>
            <a:pPr lvl="3"/>
            <a:r>
              <a:rPr kumimoji="1" lang="en-US" altLang="zh-CN"/>
              <a:t>Fourth level</a:t>
            </a:r>
          </a:p>
          <a:p>
            <a:pPr lvl="4"/>
            <a:r>
              <a:rPr kumimoji="1" lang="en-US" altLang="zh-CN"/>
              <a:t>Fifth level</a:t>
            </a:r>
            <a:endParaRPr kumimoji="1" lang="zh-CN" altLang="en-US"/>
          </a:p>
        </p:txBody>
      </p:sp>
    </p:spTree>
    <p:extLst>
      <p:ext uri="{BB962C8B-B14F-4D97-AF65-F5344CB8AC3E}">
        <p14:creationId xmlns:p14="http://schemas.microsoft.com/office/powerpoint/2010/main" val="2359605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94570-0857-5FC9-C809-AC7D0C1DDD8A}"/>
              </a:ext>
            </a:extLst>
          </p:cNvPr>
          <p:cNvSpPr>
            <a:spLocks noGrp="1"/>
          </p:cNvSpPr>
          <p:nvPr>
            <p:ph type="title"/>
          </p:nvPr>
        </p:nvSpPr>
        <p:spPr/>
        <p:txBody>
          <a:bodyPr/>
          <a:lstStyle/>
          <a:p>
            <a:r>
              <a:rPr kumimoji="1" lang="en-US" altLang="zh-CN"/>
              <a:t>Click to edit Master title style</a:t>
            </a:r>
            <a:endParaRPr kumimoji="1" lang="zh-CN" altLang="en-US"/>
          </a:p>
        </p:txBody>
      </p:sp>
    </p:spTree>
    <p:extLst>
      <p:ext uri="{BB962C8B-B14F-4D97-AF65-F5344CB8AC3E}">
        <p14:creationId xmlns:p14="http://schemas.microsoft.com/office/powerpoint/2010/main" val="2678164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ITLE SLIDE Left Horizontal Window_KPMG Imag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E8C496-B3E1-B09E-D88E-EFF8E37056B4}"/>
              </a:ext>
            </a:extLst>
          </p:cNvPr>
          <p:cNvPicPr>
            <a:picLocks noChangeAspect="1"/>
          </p:cNvPicPr>
          <p:nvPr userDrawn="1"/>
        </p:nvPicPr>
        <p:blipFill>
          <a:blip r:embed="rId2"/>
          <a:srcRect l="14" r="14"/>
          <a:stretch/>
        </p:blipFill>
        <p:spPr>
          <a:xfrm>
            <a:off x="0" y="0"/>
            <a:ext cx="12190045" cy="6858000"/>
          </a:xfrm>
          <a:prstGeom prst="rect">
            <a:avLst/>
          </a:prstGeom>
        </p:spPr>
      </p:pic>
      <p:sp>
        <p:nvSpPr>
          <p:cNvPr id="2" name="Title 1"/>
          <p:cNvSpPr>
            <a:spLocks noGrp="1"/>
          </p:cNvSpPr>
          <p:nvPr>
            <p:ph type="ctrTitle" hasCustomPrompt="1"/>
          </p:nvPr>
        </p:nvSpPr>
        <p:spPr>
          <a:xfrm>
            <a:off x="1274841" y="1764699"/>
            <a:ext cx="5765982" cy="2903488"/>
          </a:xfrm>
          <a:prstGeom prst="rect">
            <a:avLst/>
          </a:prstGeom>
          <a:noFill/>
          <a:ln>
            <a:noFill/>
          </a:ln>
        </p:spPr>
        <p:txBody>
          <a:bodyPr lIns="0" tIns="0" rIns="0" bIns="0" anchor="ctr" anchorCtr="0"/>
          <a:lstStyle>
            <a:lvl1pPr lvl="0" algn="l">
              <a:defRPr sz="6600" baseline="0">
                <a:solidFill>
                  <a:schemeClr val="bg1"/>
                </a:solidFill>
              </a:defRPr>
            </a:lvl1pPr>
          </a:lstStyle>
          <a:p>
            <a:r>
              <a:rPr lang="en-US" altLang="en-US"/>
              <a:t>Title slide text only</a:t>
            </a:r>
          </a:p>
        </p:txBody>
      </p:sp>
      <p:sp>
        <p:nvSpPr>
          <p:cNvPr id="6" name="Text Placeholder 3"/>
          <p:cNvSpPr>
            <a:spLocks noGrp="1"/>
          </p:cNvSpPr>
          <p:nvPr>
            <p:ph type="body" idx="11"/>
          </p:nvPr>
        </p:nvSpPr>
        <p:spPr>
          <a:xfrm>
            <a:off x="1274841" y="4752153"/>
            <a:ext cx="5765982" cy="816606"/>
          </a:xfrm>
          <a:prstGeom prst="rect">
            <a:avLst/>
          </a:prstGeom>
          <a:ln>
            <a:noFill/>
          </a:ln>
        </p:spPr>
        <p:txBody>
          <a:bodyPr wrap="square" anchor="ctr"/>
          <a:lstStyle>
            <a:lvl1pPr lvl="0">
              <a:defRPr sz="1400">
                <a:solidFill>
                  <a:schemeClr val="bg1"/>
                </a:solidFill>
              </a:defRPr>
            </a:lvl1pPr>
            <a:lvl2pPr lvl="1">
              <a:defRPr sz="1400">
                <a:solidFill>
                  <a:schemeClr val="bg1"/>
                </a:solidFill>
              </a:defRPr>
            </a:lvl2pPr>
            <a:lvl3pPr lvl="2">
              <a:buClr>
                <a:schemeClr val="bg1"/>
              </a:buClr>
              <a:defRPr sz="1100">
                <a:solidFill>
                  <a:schemeClr val="bg1"/>
                </a:solidFill>
              </a:defRPr>
            </a:lvl3pPr>
            <a:lvl4pPr lvl="3">
              <a:buClr>
                <a:schemeClr val="bg1"/>
              </a:buClr>
              <a:defRPr sz="1100">
                <a:solidFill>
                  <a:schemeClr val="bg1"/>
                </a:solidFill>
              </a:defRPr>
            </a:lvl4pPr>
            <a:lvl5pPr lvl="4">
              <a:buClr>
                <a:schemeClr val="bg1"/>
              </a:buClr>
              <a:defRPr sz="1100">
                <a:solidFill>
                  <a:schemeClr val="bg1"/>
                </a:solidFill>
              </a:defRPr>
            </a:lvl5pPr>
          </a:lstStyle>
          <a:p>
            <a:pPr lvl="0"/>
            <a:r>
              <a:rPr lang="en-US" altLang="en-US"/>
              <a:t>Click to edit Master text styles</a:t>
            </a:r>
          </a:p>
          <a:p>
            <a:pPr lvl="1"/>
            <a:r>
              <a:rPr lang="en-US" altLang="en-US"/>
              <a:t>Second level</a:t>
            </a:r>
          </a:p>
        </p:txBody>
      </p:sp>
    </p:spTree>
    <p:extLst>
      <p:ext uri="{BB962C8B-B14F-4D97-AF65-F5344CB8AC3E}">
        <p14:creationId xmlns:p14="http://schemas.microsoft.com/office/powerpoint/2010/main" val="30102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2_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71792" y="5750097"/>
            <a:ext cx="2539157" cy="276999"/>
          </a:xfrm>
          <a:prstGeom prst="rect">
            <a:avLst/>
          </a:prstGeom>
          <a:noFill/>
        </p:spPr>
        <p:txBody>
          <a:bodyPr wrap="none" lIns="0" tIns="0" rIns="0" bIns="0">
            <a:spAutoFit/>
          </a:bodyPr>
          <a:lstStyle/>
          <a:p>
            <a:pPr marL="0" lvl="0" indent="0" algn="l" defTabSz="914377">
              <a:lnSpc>
                <a:spcPct val="100000"/>
              </a:lnSpc>
              <a:spcBef>
                <a:spcPts val="0"/>
              </a:spcBef>
              <a:spcAft>
                <a:spcPts val="0"/>
              </a:spcAft>
              <a:buClrTx/>
              <a:buSzTx/>
              <a:buFontTx/>
              <a:buNone/>
              <a:defRPr/>
            </a:pPr>
            <a:r>
              <a:rPr lang="en-GB" altLang="en-GB" sz="900" b="1" kern="1200" dirty="0">
                <a:solidFill>
                  <a:schemeClr val="bg1"/>
                </a:solidFill>
                <a:latin typeface="Arial"/>
                <a:ea typeface="微软雅黑"/>
              </a:rPr>
              <a:t>Document Classification: KPMG Confidential</a:t>
            </a:r>
          </a:p>
          <a:p>
            <a:pPr marL="0" lvl="0" indent="0" algn="l" defTabSz="914377">
              <a:lnSpc>
                <a:spcPct val="100000"/>
              </a:lnSpc>
              <a:spcBef>
                <a:spcPts val="0"/>
              </a:spcBef>
              <a:spcAft>
                <a:spcPts val="0"/>
              </a:spcAft>
              <a:buClrTx/>
              <a:buSzTx/>
              <a:buFontTx/>
              <a:buNone/>
              <a:defRPr/>
            </a:pPr>
            <a:endParaRPr lang="en-GB" altLang="en-GB" sz="900" b="1" kern="1200" dirty="0">
              <a:solidFill>
                <a:schemeClr val="bg1"/>
              </a:solidFill>
              <a:latin typeface="Arial"/>
              <a:ea typeface="微软雅黑"/>
            </a:endParaRPr>
          </a:p>
        </p:txBody>
      </p:sp>
      <p:sp>
        <p:nvSpPr>
          <p:cNvPr id="41" name="Freeform 19">
            <a:extLst>
              <a:ext uri="{FF2B5EF4-FFF2-40B4-BE49-F238E27FC236}">
                <a16:creationId xmlns:a16="http://schemas.microsoft.com/office/drawing/2014/main" id="{C5124DCF-42F4-4BBE-BCAC-C24058AAE43A}"/>
              </a:ext>
            </a:extLst>
          </p:cNvPr>
          <p:cNvSpPr>
            <a:spLocks noChangeAspect="1" noEditPoints="1"/>
          </p:cNvSpPr>
          <p:nvPr userDrawn="1"/>
        </p:nvSpPr>
        <p:spPr>
          <a:xfrm>
            <a:off x="998478" y="37131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en-GB" altLang="en-GB" sz="1800"/>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idx="10"/>
          </p:nvPr>
        </p:nvSpPr>
        <p:spPr>
          <a:xfrm>
            <a:off x="989012" y="3702050"/>
            <a:ext cx="6660000" cy="1843088"/>
          </a:xfrm>
          <a:prstGeom prst="rect">
            <a:avLst/>
          </a:prstGeom>
        </p:spPr>
        <p:txBody>
          <a:bodyPr anchor="b"/>
          <a:lstStyle>
            <a:lvl1pPr lvl="0">
              <a:spcAft>
                <a:spcPts val="1000"/>
              </a:spcAft>
              <a:defRPr sz="900" b="0">
                <a:solidFill>
                  <a:schemeClr val="bg1"/>
                </a:solidFill>
              </a:defRPr>
            </a:lvl1pPr>
            <a:lvl2pPr lvl="1">
              <a:spcAft>
                <a:spcPts val="1000"/>
              </a:spcAft>
              <a:defRPr sz="900" b="0">
                <a:solidFill>
                  <a:schemeClr val="bg1"/>
                </a:solidFill>
              </a:defRPr>
            </a:lvl2pPr>
          </a:lstStyle>
          <a:p>
            <a:pPr lvl="0"/>
            <a:r>
              <a:rPr lang="en-US" altLang="en-US"/>
              <a:t>Click to edit Master text styles</a:t>
            </a:r>
          </a:p>
          <a:p>
            <a:pPr lvl="1"/>
            <a:r>
              <a:rPr lang="en-US" altLang="en-US"/>
              <a:t>Second level</a:t>
            </a:r>
          </a:p>
        </p:txBody>
      </p:sp>
      <p:sp>
        <p:nvSpPr>
          <p:cNvPr id="43" name="Text Placeholder 2">
            <a:extLst>
              <a:ext uri="{FF2B5EF4-FFF2-40B4-BE49-F238E27FC236}">
                <a16:creationId xmlns:a16="http://schemas.microsoft.com/office/drawing/2014/main" id="{8E01CBC1-FC71-43BD-845D-21EEEFA25661}"/>
              </a:ext>
            </a:extLst>
          </p:cNvPr>
          <p:cNvSpPr>
            <a:spLocks noGrp="1"/>
          </p:cNvSpPr>
          <p:nvPr>
            <p:ph type="body" idx="14"/>
          </p:nvPr>
        </p:nvSpPr>
        <p:spPr>
          <a:xfrm>
            <a:off x="989012" y="3351965"/>
            <a:ext cx="2411739" cy="119064"/>
          </a:xfrm>
          <a:prstGeom prst="rect">
            <a:avLst/>
          </a:prstGeom>
        </p:spPr>
        <p:txBody>
          <a:bodyPr/>
          <a:lstStyle>
            <a:lvl1pPr lvl="0">
              <a:buFontTx/>
              <a:buNone/>
              <a:defRPr sz="1200" b="1">
                <a:solidFill>
                  <a:schemeClr val="bg1"/>
                </a:solidFill>
              </a:defRPr>
            </a:lvl1pPr>
            <a:lvl2pPr lvl="1">
              <a:buFontTx/>
              <a:buNone/>
              <a:defRPr sz="900" b="0">
                <a:solidFill>
                  <a:schemeClr val="bg1">
                    <a:lumMod val="65000"/>
                  </a:schemeClr>
                </a:solidFill>
              </a:defRPr>
            </a:lvl2pPr>
            <a:lvl3pPr marL="0" lvl="2" indent="0">
              <a:buFontTx/>
              <a:buNone/>
              <a:defRPr sz="900" b="0">
                <a:solidFill>
                  <a:schemeClr val="bg1">
                    <a:lumMod val="65000"/>
                  </a:schemeClr>
                </a:solidFill>
              </a:defRPr>
            </a:lvl3pPr>
            <a:lvl4pPr marL="345591" lvl="3" indent="0">
              <a:buFontTx/>
              <a:buNone/>
              <a:defRPr sz="900" b="0">
                <a:solidFill>
                  <a:schemeClr val="bg1">
                    <a:lumMod val="65000"/>
                  </a:schemeClr>
                </a:solidFill>
              </a:defRPr>
            </a:lvl4pPr>
            <a:lvl5pPr marL="539987" lvl="4" indent="0">
              <a:buFontTx/>
              <a:buNone/>
              <a:defRPr sz="900" b="0">
                <a:solidFill>
                  <a:schemeClr val="bg1">
                    <a:lumMod val="65000"/>
                  </a:schemeClr>
                </a:solidFill>
              </a:defRPr>
            </a:lvl5pPr>
          </a:lstStyle>
          <a:p>
            <a:pPr lvl="0"/>
            <a:r>
              <a:rPr lang="en-US" altLang="en-US"/>
              <a:t>Click to edit Master text styles</a:t>
            </a:r>
          </a:p>
        </p:txBody>
      </p:sp>
      <p:grpSp>
        <p:nvGrpSpPr>
          <p:cNvPr id="4" name="Group 3">
            <a:extLst>
              <a:ext uri="{FF2B5EF4-FFF2-40B4-BE49-F238E27FC236}">
                <a16:creationId xmlns:a16="http://schemas.microsoft.com/office/drawing/2014/main" id="{1C4D5492-D401-42A2-B377-EA27220983D3}"/>
              </a:ext>
            </a:extLst>
          </p:cNvPr>
          <p:cNvGrpSpPr/>
          <p:nvPr userDrawn="1"/>
        </p:nvGrpSpPr>
        <p:grpSpPr>
          <a:xfrm>
            <a:off x="998476" y="2881531"/>
            <a:ext cx="2023200" cy="367957"/>
            <a:chOff x="998476" y="2881529"/>
            <a:chExt cx="2023200" cy="367957"/>
          </a:xfrm>
        </p:grpSpPr>
        <p:sp>
          <p:nvSpPr>
            <p:cNvPr id="15" name="Rectangle 14">
              <a:extLst>
                <a:ext uri="{FF2B5EF4-FFF2-40B4-BE49-F238E27FC236}">
                  <a16:creationId xmlns:a16="http://schemas.microsoft.com/office/drawing/2014/main" id="{CF196AFE-0767-4ACF-9869-412F4845EABF}"/>
                </a:ext>
              </a:extLst>
            </p:cNvPr>
            <p:cNvSpPr/>
            <p:nvPr userDrawn="1"/>
          </p:nvSpPr>
          <p:spPr>
            <a:xfrm>
              <a:off x="1441950" y="2918577"/>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6" name="Rectangle 15">
              <a:extLst>
                <a:ext uri="{FF2B5EF4-FFF2-40B4-BE49-F238E27FC236}">
                  <a16:creationId xmlns:a16="http://schemas.microsoft.com/office/drawing/2014/main" id="{1E42C7C2-E55C-467A-A194-4BA78575F316}"/>
                </a:ext>
              </a:extLst>
            </p:cNvPr>
            <p:cNvSpPr/>
            <p:nvPr userDrawn="1"/>
          </p:nvSpPr>
          <p:spPr>
            <a:xfrm>
              <a:off x="1877844" y="2918577"/>
              <a:ext cx="281156" cy="322952"/>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7" name="Rectangle 16">
              <a:extLst>
                <a:ext uri="{FF2B5EF4-FFF2-40B4-BE49-F238E27FC236}">
                  <a16:creationId xmlns:a16="http://schemas.microsoft.com/office/drawing/2014/main" id="{C45E1FE7-629E-4892-B2EB-2FDAB3326BE5}"/>
                </a:ext>
              </a:extLst>
            </p:cNvPr>
            <p:cNvSpPr/>
            <p:nvPr userDrawn="1"/>
          </p:nvSpPr>
          <p:spPr>
            <a:xfrm>
              <a:off x="2689276" y="2924173"/>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2" name="Rectangle 1">
              <a:extLst>
                <a:ext uri="{FF2B5EF4-FFF2-40B4-BE49-F238E27FC236}">
                  <a16:creationId xmlns:a16="http://schemas.microsoft.com/office/drawing/2014/main" id="{07E3B322-EB53-4C7E-8968-4B7B3CE2432E}"/>
                </a:ext>
              </a:extLst>
            </p:cNvPr>
            <p:cNvSpPr/>
            <p:nvPr userDrawn="1"/>
          </p:nvSpPr>
          <p:spPr>
            <a:xfrm>
              <a:off x="1025526" y="2924174"/>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pic>
          <p:nvPicPr>
            <p:cNvPr id="9" name="Picture 8">
              <a:extLst>
                <a:ext uri="{FF2B5EF4-FFF2-40B4-BE49-F238E27FC236}">
                  <a16:creationId xmlns:a16="http://schemas.microsoft.com/office/drawing/2014/main" id="{3F3E6F56-5300-4CC2-8B6F-98341C903AA6}"/>
                </a:ext>
              </a:extLst>
            </p:cNvPr>
            <p:cNvPicPr>
              <a:picLocks noChangeAspect="1"/>
            </p:cNvPicPr>
            <p:nvPr userDrawn="1"/>
          </p:nvPicPr>
          <p:blipFill>
            <a:blip r:embed="rId3" cstate="screen"/>
            <a:stretch>
              <a:fillRect/>
            </a:stretch>
          </p:blipFill>
          <p:spPr>
            <a:xfrm>
              <a:off x="1822950" y="2881529"/>
              <a:ext cx="360000" cy="360000"/>
            </a:xfrm>
            <a:prstGeom prst="rect">
              <a:avLst/>
            </a:prstGeom>
          </p:spPr>
        </p:pic>
        <p:pic>
          <p:nvPicPr>
            <p:cNvPr id="10" name="Picture 9" descr="Icon&#10;&#10;Description automatically generated">
              <a:extLst>
                <a:ext uri="{FF2B5EF4-FFF2-40B4-BE49-F238E27FC236}">
                  <a16:creationId xmlns:a16="http://schemas.microsoft.com/office/drawing/2014/main" id="{5688464F-C48A-4F62-97E1-E717A76F030E}"/>
                </a:ext>
              </a:extLst>
            </p:cNvPr>
            <p:cNvPicPr>
              <a:picLocks noChangeAspect="1"/>
            </p:cNvPicPr>
            <p:nvPr userDrawn="1"/>
          </p:nvPicPr>
          <p:blipFill>
            <a:blip r:embed="rId4" cstate="screen"/>
            <a:stretch>
              <a:fillRect/>
            </a:stretch>
          </p:blipFill>
          <p:spPr>
            <a:xfrm>
              <a:off x="2242336" y="2881529"/>
              <a:ext cx="359648" cy="360000"/>
            </a:xfrm>
            <a:prstGeom prst="rect">
              <a:avLst/>
            </a:prstGeom>
          </p:spPr>
        </p:pic>
        <p:pic>
          <p:nvPicPr>
            <p:cNvPr id="12" name="Picture 11" descr="Logo&#10;&#10;Description automatically generated">
              <a:extLst>
                <a:ext uri="{FF2B5EF4-FFF2-40B4-BE49-F238E27FC236}">
                  <a16:creationId xmlns:a16="http://schemas.microsoft.com/office/drawing/2014/main" id="{3DBC0AA5-6153-434E-A0C9-A5D940745C9A}"/>
                </a:ext>
              </a:extLst>
            </p:cNvPr>
            <p:cNvPicPr>
              <a:picLocks noChangeAspect="1"/>
            </p:cNvPicPr>
            <p:nvPr userDrawn="1"/>
          </p:nvPicPr>
          <p:blipFill>
            <a:blip r:embed="rId5" cstate="screen"/>
            <a:stretch>
              <a:fillRect/>
            </a:stretch>
          </p:blipFill>
          <p:spPr>
            <a:xfrm>
              <a:off x="1414350" y="2889486"/>
              <a:ext cx="360000" cy="360000"/>
            </a:xfrm>
            <a:prstGeom prst="rect">
              <a:avLst/>
            </a:prstGeom>
          </p:spPr>
        </p:pic>
        <p:pic>
          <p:nvPicPr>
            <p:cNvPr id="13" name="Picture 12" descr="Logo&#10;&#10;Description automatically generated">
              <a:extLst>
                <a:ext uri="{FF2B5EF4-FFF2-40B4-BE49-F238E27FC236}">
                  <a16:creationId xmlns:a16="http://schemas.microsoft.com/office/drawing/2014/main" id="{809B7D2B-5280-4ED4-B112-B6C654C52EF6}"/>
                </a:ext>
              </a:extLst>
            </p:cNvPr>
            <p:cNvPicPr>
              <a:picLocks noChangeAspect="1"/>
            </p:cNvPicPr>
            <p:nvPr userDrawn="1"/>
          </p:nvPicPr>
          <p:blipFill>
            <a:blip r:embed="rId6" cstate="screen"/>
            <a:stretch>
              <a:fillRect/>
            </a:stretch>
          </p:blipFill>
          <p:spPr>
            <a:xfrm>
              <a:off x="998476" y="2884275"/>
              <a:ext cx="360000" cy="360000"/>
            </a:xfrm>
            <a:prstGeom prst="rect">
              <a:avLst/>
            </a:prstGeom>
          </p:spPr>
        </p:pic>
        <p:pic>
          <p:nvPicPr>
            <p:cNvPr id="14" name="Picture 13" descr="Icon&#10;&#10;Description automatically generated">
              <a:extLst>
                <a:ext uri="{FF2B5EF4-FFF2-40B4-BE49-F238E27FC236}">
                  <a16:creationId xmlns:a16="http://schemas.microsoft.com/office/drawing/2014/main" id="{B338E268-56D8-4524-BB26-DA84FEEF8615}"/>
                </a:ext>
              </a:extLst>
            </p:cNvPr>
            <p:cNvPicPr>
              <a:picLocks noChangeAspect="1"/>
            </p:cNvPicPr>
            <p:nvPr userDrawn="1"/>
          </p:nvPicPr>
          <p:blipFill>
            <a:blip r:embed="rId7" cstate="screen"/>
            <a:stretch>
              <a:fillRect/>
            </a:stretch>
          </p:blipFill>
          <p:spPr>
            <a:xfrm>
              <a:off x="2661676" y="2881529"/>
              <a:ext cx="360000" cy="360000"/>
            </a:xfrm>
            <a:prstGeom prst="rect">
              <a:avLst/>
            </a:prstGeom>
          </p:spPr>
        </p:pic>
      </p:grpSp>
    </p:spTree>
    <p:extLst>
      <p:ext uri="{BB962C8B-B14F-4D97-AF65-F5344CB8AC3E}">
        <p14:creationId xmlns:p14="http://schemas.microsoft.com/office/powerpoint/2010/main" val="136270532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tags" Target="../tags/tag2.xml"/><Relationship Id="rId7" Type="http://schemas.openxmlformats.org/officeDocument/2006/relationships/tags" Target="../tags/tag3.xml"/><Relationship Id="rId8" Type="http://schemas.openxmlformats.org/officeDocument/2006/relationships/oleObject" Target="../embeddings/oleObject1.bin"/><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9" name="think-cell data - do not delete" hidden="1">
            <a:extLst>
              <a:ext uri="{FF2B5EF4-FFF2-40B4-BE49-F238E27FC236}">
                <a16:creationId xmlns:a16="http://schemas.microsoft.com/office/drawing/2014/main" id="{10F8D791-6D57-B995-BB33-71F0C84D05FE}"/>
              </a:ext>
            </a:extLst>
          </p:cNvPr>
          <p:cNvGraphicFramePr>
            <a:graphicFrameLocks/>
          </p:cNvGraphicFramePr>
          <p:nvPr userDrawn="1">
            <p:custDataLst>
              <p:tags r:id="rId6"/>
            </p:custDataLst>
            <p:extLst>
              <p:ext uri="{D42A27DB-BD31-4B8C-83A1-F6EECF244321}">
                <p14:modId xmlns:p14="http://schemas.microsoft.com/office/powerpoint/2010/main" val="11735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0" name="think-cell data - do not delete" hidden="1"/>
                      <p:cNvPicPr>
                        <a:picLocks noChangeAspect="1"/>
                      </p:cNvPicPr>
                      <p:nvPr/>
                    </p:nvPicPr>
                    <p:blipFill>
                      <a:blip r:embed="rId9"/>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995362" y="431800"/>
            <a:ext cx="10204452" cy="539750"/>
          </a:xfrm>
          <a:prstGeom prst="rect">
            <a:avLst/>
          </a:prstGeom>
        </p:spPr>
        <p:txBody>
          <a:bodyPr vert="horz" lIns="0" tIns="0" rIns="0" bIns="0" anchor="t" anchorCtr="0"/>
          <a:lstStyle/>
          <a:p>
            <a:r>
              <a:rPr lang="nl-NL" altLang="nl-NL"/>
              <a:t>Click to edit Master title style</a:t>
            </a:r>
          </a:p>
        </p:txBody>
      </p:sp>
      <p:sp>
        <p:nvSpPr>
          <p:cNvPr id="3" name="Text Placeholder 2"/>
          <p:cNvSpPr>
            <a:spLocks noGrp="1"/>
          </p:cNvSpPr>
          <p:nvPr>
            <p:ph type="body" idx="1"/>
          </p:nvPr>
        </p:nvSpPr>
        <p:spPr>
          <a:xfrm>
            <a:off x="995362" y="1330325"/>
            <a:ext cx="10204451" cy="4546600"/>
          </a:xfrm>
          <a:prstGeom prst="rect">
            <a:avLst/>
          </a:prstGeom>
        </p:spPr>
        <p:txBody>
          <a:bodyPr vert="horz" lIns="36000" tIns="36000" rIns="36000" bIns="36000" anchor="t" anchorCtr="0"/>
          <a:lstStyle/>
          <a:p>
            <a:pPr lvl="0"/>
            <a:r>
              <a:rPr lang="nl-NL" altLang="nl-NL"/>
              <a:t>Click to edit Master text styles</a:t>
            </a:r>
          </a:p>
          <a:p>
            <a:pPr lvl="1"/>
            <a:r>
              <a:rPr lang="nl-NL" altLang="nl-NL"/>
              <a:t>Second level</a:t>
            </a:r>
          </a:p>
          <a:p>
            <a:pPr lvl="2"/>
            <a:r>
              <a:rPr lang="nl-NL" altLang="nl-NL"/>
              <a:t>Third level</a:t>
            </a:r>
          </a:p>
          <a:p>
            <a:pPr lvl="3"/>
            <a:r>
              <a:rPr lang="nl-NL" altLang="nl-NL"/>
              <a:t>Fourth level</a:t>
            </a:r>
          </a:p>
          <a:p>
            <a:pPr lvl="4"/>
            <a:r>
              <a:rPr lang="nl-NL" altLang="nl-NL"/>
              <a:t>Fifth level</a:t>
            </a:r>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lvl1pPr marL="0" lvl="0" algn="l" defTabSz="457200">
              <a:defRPr sz="1000" kern="1200">
                <a:solidFill>
                  <a:srgbClr val="0061A8"/>
                </a:solidFill>
                <a:latin typeface="Arial"/>
                <a:ea typeface="Arial"/>
              </a:defRPr>
            </a:lvl1pPr>
            <a:lvl2pPr marL="457200" lvl="1" algn="l" defTabSz="457200">
              <a:defRPr sz="1800" kern="1200">
                <a:solidFill>
                  <a:schemeClr val="tx1"/>
                </a:solidFill>
                <a:latin typeface="Arial"/>
                <a:ea typeface="微软雅黑"/>
              </a:defRPr>
            </a:lvl2pPr>
            <a:lvl3pPr marL="914400" lvl="2" algn="l" defTabSz="457200">
              <a:defRPr sz="1800" kern="1200">
                <a:solidFill>
                  <a:schemeClr val="tx1"/>
                </a:solidFill>
                <a:latin typeface="Arial"/>
                <a:ea typeface="微软雅黑"/>
              </a:defRPr>
            </a:lvl3pPr>
            <a:lvl4pPr marL="1371600" lvl="3" algn="l" defTabSz="457200">
              <a:defRPr sz="1800" kern="1200">
                <a:solidFill>
                  <a:schemeClr val="tx1"/>
                </a:solidFill>
                <a:latin typeface="Arial"/>
                <a:ea typeface="微软雅黑"/>
              </a:defRPr>
            </a:lvl4pPr>
            <a:lvl5pPr marL="1828800" lvl="4" algn="l" defTabSz="457200">
              <a:defRPr sz="1800" kern="1200">
                <a:solidFill>
                  <a:schemeClr val="tx1"/>
                </a:solidFill>
                <a:latin typeface="Arial"/>
                <a:ea typeface="微软雅黑"/>
              </a:defRPr>
            </a:lvl5pPr>
            <a:lvl6pPr marL="2286000" lvl="5" algn="l" defTabSz="457200">
              <a:defRPr sz="1800" kern="1200">
                <a:solidFill>
                  <a:schemeClr val="tx1"/>
                </a:solidFill>
                <a:latin typeface="Arial"/>
                <a:ea typeface="微软雅黑"/>
              </a:defRPr>
            </a:lvl6pPr>
            <a:lvl7pPr marL="2743200" lvl="6" algn="l" defTabSz="457200">
              <a:defRPr sz="1800" kern="1200">
                <a:solidFill>
                  <a:schemeClr val="tx1"/>
                </a:solidFill>
                <a:latin typeface="Arial"/>
                <a:ea typeface="微软雅黑"/>
              </a:defRPr>
            </a:lvl7pPr>
            <a:lvl8pPr marL="3200400" lvl="7" algn="l" defTabSz="457200">
              <a:defRPr sz="1800" kern="1200">
                <a:solidFill>
                  <a:schemeClr val="tx1"/>
                </a:solidFill>
                <a:latin typeface="Arial"/>
                <a:ea typeface="微软雅黑"/>
              </a:defRPr>
            </a:lvl8pPr>
            <a:lvl9pPr marL="3657600" lvl="8" algn="l" defTabSz="457200">
              <a:defRPr sz="1800" kern="1200">
                <a:solidFill>
                  <a:schemeClr val="tx1"/>
                </a:solidFill>
                <a:latin typeface="Arial"/>
                <a:ea typeface="微软雅黑"/>
              </a:defRPr>
            </a:lvl9pPr>
          </a:lstStyle>
          <a:p>
            <a:pPr algn="r"/>
            <a:fld id="{6F67852C-2708-4E9B-90F2-E45E96EC4E1B}" type="slidenum">
              <a:rPr lang="nl-NL" altLang="nl-NL" sz="1000">
                <a:solidFill>
                  <a:schemeClr val="accent2"/>
                </a:solidFill>
                <a:latin typeface="Arial"/>
                <a:ea typeface="Arial"/>
              </a:rPr>
              <a:t>‹#›</a:t>
            </a:fld>
            <a:endParaRPr lang="nl-NL" altLang="nl-NL" sz="1000">
              <a:solidFill>
                <a:schemeClr val="accent2"/>
              </a:solidFill>
              <a:latin typeface="Arial"/>
              <a:ea typeface="Arial"/>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7"/>
            </p:custDataLst>
          </p:nvPr>
        </p:nvSpPr>
        <p:spPr>
          <a:xfrm>
            <a:off x="8967794" y="6295536"/>
            <a:ext cx="1866200" cy="92333"/>
          </a:xfrm>
          <a:prstGeom prst="rect">
            <a:avLst/>
          </a:prstGeom>
          <a:noFill/>
        </p:spPr>
        <p:txBody>
          <a:bodyPr wrap="square" lIns="0" tIns="0" rIns="0" bIns="0">
            <a:spAutoFit/>
          </a:bodyPr>
          <a:lstStyle/>
          <a:p>
            <a:pPr marL="0" lvl="0" indent="0" algn="r" defTabSz="914400">
              <a:lnSpc>
                <a:spcPct val="100000"/>
              </a:lnSpc>
              <a:spcBef>
                <a:spcPts val="0"/>
              </a:spcBef>
              <a:spcAft>
                <a:spcPts val="0"/>
              </a:spcAft>
              <a:buClrTx/>
              <a:buSzTx/>
              <a:buFontTx/>
              <a:buNone/>
              <a:defRPr/>
            </a:pPr>
            <a:r>
              <a:rPr lang="nl-NL" altLang="nl-NL" sz="600" b="0" kern="1200">
                <a:solidFill>
                  <a:schemeClr val="bg1">
                    <a:lumMod val="65000"/>
                  </a:schemeClr>
                </a:solidFill>
                <a:latin typeface="Arial"/>
                <a:ea typeface="微软雅黑"/>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4" y="6266997"/>
            <a:ext cx="5378133" cy="184666"/>
          </a:xfrm>
          <a:prstGeom prst="rect">
            <a:avLst/>
          </a:prstGeom>
          <a:noFill/>
        </p:spPr>
        <p:txBody>
          <a:bodyPr wrap="square" lIns="0" tIns="0" rIns="0" bIns="0">
            <a:spAutoFit/>
          </a:bodyPr>
          <a:lstStyle/>
          <a:p>
            <a:pPr marL="0" lvl="0" indent="0" algn="l" defTabSz="914354">
              <a:lnSpc>
                <a:spcPct val="100000"/>
              </a:lnSpc>
              <a:spcBef>
                <a:spcPts val="0"/>
              </a:spcBef>
              <a:spcAft>
                <a:spcPts val="0"/>
              </a:spcAft>
              <a:buClrTx/>
              <a:buSzTx/>
              <a:buFontTx/>
              <a:buNone/>
              <a:defRPr/>
            </a:pPr>
            <a:r>
              <a:rPr lang="en-US" altLang="en-US" sz="600">
                <a:solidFill>
                  <a:schemeClr val="bg1">
                    <a:lumMod val="65000"/>
                  </a:schemeClr>
                </a:solidFill>
                <a:effectLst/>
                <a:latin typeface="Arial"/>
                <a:ea typeface="DengXian"/>
              </a:rPr>
              <a:t>© 2025 KPMG Advisory (China) Limited, a limited liability company in Mainland China and a member firm of the KPMG global organisation of independent member firms affiliated with KPMG International Limited, a private English company limited by guarantee. All rights reserved. Printed in Mainland China.</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prstDash val="solid"/>
            <a:miter/>
          </a:ln>
        </p:spPr>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a:noFill/>
          </a:ln>
        </p:spPr>
        <p:txBody>
          <a:bodyPr anchor="ctr"/>
          <a:lstStyle/>
          <a:p>
            <a:endParaRPr lang="en-GB" altLang="en-GB"/>
          </a:p>
        </p:txBody>
      </p:sp>
    </p:spTree>
    <p:extLst>
      <p:ext uri="{BB962C8B-B14F-4D97-AF65-F5344CB8AC3E}">
        <p14:creationId xmlns:p14="http://schemas.microsoft.com/office/powerpoint/2010/main" val="1693652197"/>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3702">
          <p15:clr>
            <a:srgbClr val="F26B43"/>
          </p15:clr>
        </p15:guide>
        <p15:guide id="1" pos="627">
          <p15:clr>
            <a:srgbClr val="F26B43"/>
          </p15:clr>
        </p15:guide>
        <p15:guide id="2" pos="7055">
          <p15:clr>
            <a:srgbClr val="F26B43"/>
          </p15:clr>
        </p15:guide>
        <p15:guide id="3" orient="horz" pos="838">
          <p15:clr>
            <a:srgbClr val="F26B43"/>
          </p15:clr>
        </p15:guide>
        <p15:guide id="4" orient="horz" pos="612">
          <p15:clr>
            <a:srgbClr val="F26B43"/>
          </p15:clr>
        </p15:guide>
        <p15:guide id="5" orient="horz" pos="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kpmg.com/managedservices" TargetMode="External"/></Relationships>
</file>

<file path=ppt/slides/_rels/slide2.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4.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ver_title">
            <a:extLst>
              <a:ext uri="{FF2B5EF4-FFF2-40B4-BE49-F238E27FC236}">
                <a16:creationId xmlns:a16="http://schemas.microsoft.com/office/drawing/2014/main" id="{7E0DB666-ECE0-EB5F-D45A-F0B8E874CD4B}"/>
              </a:ext>
            </a:extLst>
          </p:cNvPr>
          <p:cNvSpPr txBox="1">
            <a:spLocks/>
          </p:cNvSpPr>
          <p:nvPr/>
        </p:nvSpPr>
        <p:spPr>
          <a:xfrm>
            <a:off x="995362" y="2189427"/>
            <a:ext cx="5872364" cy="1121823"/>
          </a:xfrm>
          <a:prstGeom prst="rect">
            <a:avLst/>
          </a:prstGeom>
          <a:noFill/>
          <a:ln>
            <a:noFill/>
          </a:ln>
        </p:spPr>
        <p:txBody>
          <a:bodyPr vert="horz" lIns="0" tIns="0" rIns="0" bIns="0" anchor="t" anchorCtr="0"/>
          <a:lstStyle>
            <a:lvl1pPr lvl="0" algn="l" defTabSz="914400">
              <a:lnSpc>
                <a:spcPct val="70000"/>
              </a:lnSpc>
              <a:spcBef>
                <a:spcPct val="0"/>
              </a:spcBef>
              <a:buNone/>
              <a:defRPr sz="6600" kern="1200" baseline="0">
                <a:solidFill>
                  <a:schemeClr val="bg1"/>
                </a:solidFill>
                <a:latin typeface="KPMG Bold"/>
                <a:ea typeface="微软雅黑"/>
              </a:defRPr>
            </a:lvl1pPr>
          </a:lstStyle>
          <a:p>
            <a:r>
              <a:t>ABC制造 AI战略报告</a:t>
            </a:r>
          </a:p>
        </p:txBody>
      </p:sp>
      <p:sp>
        <p:nvSpPr>
          <p:cNvPr id="21" name="Subtitle 4">
            <a:extLst>
              <a:ext uri="{FF2B5EF4-FFF2-40B4-BE49-F238E27FC236}">
                <a16:creationId xmlns:a16="http://schemas.microsoft.com/office/drawing/2014/main" id="{2CCB86A3-22AA-16F7-0839-D0A72B2DBAA8}"/>
              </a:ext>
            </a:extLst>
          </p:cNvPr>
          <p:cNvSpPr txBox="1">
            <a:spLocks/>
          </p:cNvSpPr>
          <p:nvPr/>
        </p:nvSpPr>
        <p:spPr>
          <a:xfrm>
            <a:off x="995362" y="5989639"/>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 China</a:t>
            </a:r>
          </a:p>
        </p:txBody>
      </p:sp>
      <p:sp>
        <p:nvSpPr>
          <p:cNvPr id="22" name="Subtitle 4">
            <a:extLst>
              <a:ext uri="{FF2B5EF4-FFF2-40B4-BE49-F238E27FC236}">
                <a16:creationId xmlns:a16="http://schemas.microsoft.com/office/drawing/2014/main" id="{C4DF3A9F-75CB-1EC2-8D12-2A2E49733243}"/>
              </a:ext>
            </a:extLst>
          </p:cNvPr>
          <p:cNvSpPr txBox="1">
            <a:spLocks/>
          </p:cNvSpPr>
          <p:nvPr/>
        </p:nvSpPr>
        <p:spPr>
          <a:xfrm>
            <a:off x="995362" y="6325313"/>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kpmg.com/managedservices</a:t>
            </a:r>
          </a:p>
        </p:txBody>
      </p:sp>
      <p:cxnSp>
        <p:nvCxnSpPr>
          <p:cNvPr id="23" name="Straight Connector 22">
            <a:extLst>
              <a:ext uri="{FF2B5EF4-FFF2-40B4-BE49-F238E27FC236}">
                <a16:creationId xmlns:a16="http://schemas.microsoft.com/office/drawing/2014/main" id="{1C66FAEB-EDB4-30B4-FF75-5E592AD48EE7}"/>
              </a:ext>
            </a:extLst>
          </p:cNvPr>
          <p:cNvCxnSpPr>
            <a:cxnSpLocks/>
          </p:cNvCxnSpPr>
          <p:nvPr/>
        </p:nvCxnSpPr>
        <p:spPr>
          <a:xfrm>
            <a:off x="995363" y="6217801"/>
            <a:ext cx="681037" cy="0"/>
          </a:xfrm>
          <a:prstGeom prst="line">
            <a:avLst/>
          </a:prstGeom>
          <a:ln w="6350">
            <a:solidFill>
              <a:schemeClr val="bg1"/>
            </a:solidFill>
            <a:prstDash val="solid"/>
            <a:miter/>
          </a:ln>
        </p:spPr>
      </p:cxnSp>
      <p:sp>
        <p:nvSpPr>
          <p:cNvPr id="24" name="Rectangle 23">
            <a:hlinkClick r:id="rId3"/>
            <a:extLst>
              <a:ext uri="{FF2B5EF4-FFF2-40B4-BE49-F238E27FC236}">
                <a16:creationId xmlns:a16="http://schemas.microsoft.com/office/drawing/2014/main" id="{1A9297B7-126C-3787-E10C-E16477DF5ABD}"/>
              </a:ext>
            </a:extLst>
          </p:cNvPr>
          <p:cNvSpPr/>
          <p:nvPr/>
        </p:nvSpPr>
        <p:spPr>
          <a:xfrm>
            <a:off x="995363" y="6263396"/>
            <a:ext cx="1738312" cy="239876"/>
          </a:xfrm>
          <a:prstGeom prst="rect">
            <a:avLst/>
          </a:prstGeom>
          <a:solidFill>
            <a:schemeClr val="accent1">
              <a:alpha val="0"/>
            </a:schemeClr>
          </a:solidFill>
          <a:ln>
            <a:noFill/>
          </a:ln>
        </p:spPr>
        <p:txBody>
          <a:bodyPr lIns="54610" tIns="54610" rIns="54610" bIns="54610" anchor="ctr"/>
          <a:lstStyle/>
          <a:p>
            <a:pPr algn="l"/>
            <a:endParaRPr lang="zh-CN" sz="1500" dirty="0">
              <a:solidFill>
                <a:schemeClr val="bg1"/>
              </a:solidFill>
            </a:endParaRPr>
          </a:p>
        </p:txBody>
      </p:sp>
      <p:sp>
        <p:nvSpPr>
          <p:cNvPr id="25" name="Freeform 19">
            <a:extLst>
              <a:ext uri="{FF2B5EF4-FFF2-40B4-BE49-F238E27FC236}">
                <a16:creationId xmlns:a16="http://schemas.microsoft.com/office/drawing/2014/main" id="{FE1569D8-2DF1-918D-97BF-51633EA2F94C}"/>
              </a:ext>
            </a:extLst>
          </p:cNvPr>
          <p:cNvSpPr>
            <a:spLocks noChangeAspect="1" noEditPoints="1"/>
          </p:cNvSpPr>
          <p:nvPr/>
        </p:nvSpPr>
        <p:spPr>
          <a:xfrm>
            <a:off x="995363" y="43180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zh-CN" dirty="0"/>
          </a:p>
        </p:txBody>
      </p:sp>
      <p:sp>
        <p:nvSpPr>
          <p:cNvPr id="2" name="TextBox 1">
            <a:extLst>
              <a:ext uri="{FF2B5EF4-FFF2-40B4-BE49-F238E27FC236}">
                <a16:creationId xmlns:a16="http://schemas.microsoft.com/office/drawing/2014/main" id="{BE3B5358-8E5F-E225-FF15-2CE72AD2FD15}"/>
              </a:ext>
            </a:extLst>
          </p:cNvPr>
          <p:cNvSpPr txBox="1"/>
          <p:nvPr/>
        </p:nvSpPr>
        <p:spPr>
          <a:xfrm>
            <a:off x="2671638" y="2107096"/>
            <a:ext cx="0" cy="0"/>
          </a:xfrm>
          <a:prstGeom prst="rect">
            <a:avLst/>
          </a:prstGeom>
        </p:spPr>
        <p:txBody>
          <a:bodyPr vert="horz" wrap="none" lIns="0" tIns="0" rIns="0" bIns="0" rtlCol="0" anchor="t" anchorCtr="0">
            <a:noAutofit/>
          </a:bodyPr>
          <a:lstStyle/>
          <a:p>
            <a:pPr algn="l">
              <a:spcAft>
                <a:spcPts val="600"/>
              </a:spcAft>
            </a:pPr>
            <a:endParaRPr kumimoji="1" lang="zh-CN" sz="1500" b="1" dirty="0">
              <a:solidFill>
                <a:schemeClr val="tx2"/>
              </a:solidFill>
            </a:endParaRPr>
          </a:p>
        </p:txBody>
      </p:sp>
      <p:sp>
        <p:nvSpPr>
          <p:cNvPr id="3" name="cover_subtitle">
            <a:extLst>
              <a:ext uri="{FF2B5EF4-FFF2-40B4-BE49-F238E27FC236}">
                <a16:creationId xmlns:a16="http://schemas.microsoft.com/office/drawing/2014/main" id="{7E379642-67E2-4AB8-005E-F4AAF4216661}"/>
              </a:ext>
            </a:extLst>
          </p:cNvPr>
          <p:cNvSpPr txBox="1">
            <a:spLocks/>
          </p:cNvSpPr>
          <p:nvPr/>
        </p:nvSpPr>
        <p:spPr>
          <a:xfrm>
            <a:off x="995362" y="3429000"/>
            <a:ext cx="5872364" cy="1378964"/>
          </a:xfrm>
          <a:prstGeom prst="rect">
            <a:avLst/>
          </a:prstGeom>
          <a:noFill/>
          <a:ln>
            <a:noFill/>
          </a:ln>
        </p:spPr>
        <p:txBody>
          <a:bodyPr vert="horz" lIns="0" tIns="0" rIns="0" bIns="0" anchor="t" anchorCtr="0"/>
          <a:lstStyle>
            <a:lvl1pPr lvl="0" algn="l" defTabSz="914400">
              <a:lnSpc>
                <a:spcPct val="70000"/>
              </a:lnSpc>
              <a:spcBef>
                <a:spcPct val="0"/>
              </a:spcBef>
              <a:buNone/>
              <a:defRPr sz="6600" kern="1200" baseline="0">
                <a:solidFill>
                  <a:schemeClr val="bg1"/>
                </a:solidFill>
                <a:latin typeface="KPMG Bold"/>
                <a:ea typeface="微软雅黑"/>
              </a:defRPr>
            </a:lvl1pPr>
          </a:lstStyle>
          <a:p>
            <a:r>
              <a:t>数字化转型路线图 2024-2027</a:t>
            </a:r>
          </a:p>
        </p:txBody>
      </p:sp>
    </p:spTree>
    <p:extLst>
      <p:ext uri="{BB962C8B-B14F-4D97-AF65-F5344CB8AC3E}">
        <p14:creationId xmlns:p14="http://schemas.microsoft.com/office/powerpoint/2010/main" val="2230876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
          <p:cNvSpPr>
            <a:spLocks noGrp="1"/>
          </p:cNvSpPr>
          <p:nvPr>
            <p:ph type="body" idx="10"/>
            <p:custDataLst>
              <p:tags r:id="rId1"/>
            </p:custDataLst>
          </p:nvPr>
        </p:nvSpPr>
        <p:spPr>
          <a:xfrm>
            <a:off x="963581" y="3654654"/>
            <a:ext cx="10842627" cy="1772415"/>
          </a:xfrm>
          <a:prstGeom prst="rect">
            <a:avLst/>
          </a:prstGeom>
        </p:spPr>
        <p:txBody>
          <a:bodyPr anchor="t"/>
          <a:lstStyle/>
          <a:p>
            <a:pPr>
              <a:spcAft>
                <a:spcPts val="975"/>
              </a:spcAft>
            </a:pPr>
            <a:r>
              <a:rPr lang="en-GB" altLang="zh-CN" dirty="0">
                <a:ea typeface="微软雅黑"/>
              </a:rPr>
              <a:t>This document has been prepared specifically for Walmart China. It contains confidential or proprietary KPMG information, the disclosure of which would provide a competitive advantage to others. It is not to be used or duplicated for any purpose other than to evaluate KPMG and is not to be disclosed or referred to, in whole or in part, without our prior written consent. The restriction pertains to all data throughout the entire document. </a:t>
            </a:r>
          </a:p>
          <a:p>
            <a:pPr>
              <a:spcAft>
                <a:spcPts val="975"/>
              </a:spcAft>
            </a:pPr>
            <a:r>
              <a:rPr lang="en-GB" altLang="zh-CN" dirty="0">
                <a:ea typeface="微软雅黑"/>
              </a:rPr>
              <a:t>The information contained herein is of a general nature and is not intended to address the circumstances of any particular individual or entity. Although we </a:t>
            </a:r>
            <a:r>
              <a:rPr lang="en-GB" altLang="zh-CN" dirty="0" err="1">
                <a:ea typeface="微软雅黑"/>
              </a:rPr>
              <a:t>endeavor</a:t>
            </a:r>
            <a:r>
              <a:rPr lang="en-GB" altLang="zh-CN" dirty="0">
                <a:ea typeface="微软雅黑"/>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a:spcAft>
                <a:spcPts val="975"/>
              </a:spcAft>
            </a:pPr>
            <a:r>
              <a:rPr lang="en-GB" altLang="zh-CN" dirty="0">
                <a:ea typeface="微软雅黑"/>
              </a:rPr>
              <a:t>© 2025 KPMG </a:t>
            </a:r>
            <a:r>
              <a:rPr lang="en-GB" altLang="zh-CN" dirty="0" err="1">
                <a:ea typeface="微软雅黑"/>
              </a:rPr>
              <a:t>Huazhen</a:t>
            </a:r>
            <a:r>
              <a:rPr lang="en-GB" altLang="zh-CN" dirty="0">
                <a:ea typeface="微软雅黑"/>
              </a:rPr>
              <a:t> LLP, a People's Republic of China partnership, KPMG Advisory (China) Limited, a limited liability company in Mainland China, KPMG, a Macau (SAR) partnership, and KPMG, a Hong Kong (SAR) partnership, are member firms of the KPMG global organisation of independent member firms affiliated with KPMG International Limited, a private English company limited by guarantee. All rights reserved. </a:t>
            </a:r>
          </a:p>
          <a:p>
            <a:pPr>
              <a:spcAft>
                <a:spcPts val="975"/>
              </a:spcAft>
            </a:pPr>
            <a:r>
              <a:rPr lang="en-GB" altLang="zh-CN" dirty="0">
                <a:ea typeface="微软雅黑"/>
              </a:rPr>
              <a:t>The KPMG name and logo are trademarks used under license by the independent member firms of the KPMG global organisation.</a:t>
            </a:r>
          </a:p>
        </p:txBody>
      </p:sp>
      <p:sp>
        <p:nvSpPr>
          <p:cNvPr id="3" name="Text Placeholder 2">
            <a:extLst>
              <a:ext uri="{FF2B5EF4-FFF2-40B4-BE49-F238E27FC236}">
                <a16:creationId xmlns:a16="http://schemas.microsoft.com/office/drawing/2014/main" id="{F6EEA471-6A52-47BC-8B3C-F5BB3B547B3B}"/>
              </a:ext>
            </a:extLst>
          </p:cNvPr>
          <p:cNvSpPr>
            <a:spLocks noGrp="1"/>
          </p:cNvSpPr>
          <p:nvPr>
            <p:ph type="body" idx="14"/>
          </p:nvPr>
        </p:nvSpPr>
        <p:spPr>
          <a:xfrm>
            <a:off x="963582" y="3369119"/>
            <a:ext cx="1959537" cy="285535"/>
          </a:xfrm>
          <a:prstGeom prst="rect">
            <a:avLst/>
          </a:prstGeom>
        </p:spPr>
        <p:txBody>
          <a:bodyPr/>
          <a:lstStyle/>
          <a:p>
            <a:r>
              <a:rPr lang="en-GB" altLang="en-GB" b="0" dirty="0" err="1">
                <a:latin typeface="Microsoft YaHei" panose="020B0503020204020204" pitchFamily="34" charset="-122"/>
                <a:ea typeface="微软雅黑"/>
              </a:rPr>
              <a:t>kpmg.com</a:t>
            </a:r>
            <a:r>
              <a:rPr lang="en-GB" altLang="en-GB" b="0" dirty="0">
                <a:latin typeface="Microsoft YaHei" panose="020B0503020204020204" pitchFamily="34" charset="-122"/>
                <a:ea typeface="微软雅黑"/>
              </a:rPr>
              <a:t>/</a:t>
            </a:r>
            <a:r>
              <a:rPr lang="en-GB" altLang="en-GB" b="0" dirty="0" err="1">
                <a:latin typeface="Microsoft YaHei" panose="020B0503020204020204" pitchFamily="34" charset="-122"/>
                <a:ea typeface="微软雅黑"/>
              </a:rPr>
              <a:t>socialmedia</a:t>
            </a:r>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p:txBody>
      </p:sp>
      <p:grpSp>
        <p:nvGrpSpPr>
          <p:cNvPr id="2" name="Group 1">
            <a:extLst>
              <a:ext uri="{FF2B5EF4-FFF2-40B4-BE49-F238E27FC236}">
                <a16:creationId xmlns:a16="http://schemas.microsoft.com/office/drawing/2014/main" id="{05B758F9-0B11-5ACD-0693-69D14C292B00}"/>
              </a:ext>
            </a:extLst>
          </p:cNvPr>
          <p:cNvGrpSpPr/>
          <p:nvPr/>
        </p:nvGrpSpPr>
        <p:grpSpPr>
          <a:xfrm>
            <a:off x="963581" y="1320916"/>
            <a:ext cx="3363908" cy="1144800"/>
            <a:chOff x="4878937" y="1719580"/>
            <a:chExt cx="3363908" cy="1144800"/>
          </a:xfrm>
        </p:grpSpPr>
        <p:pic>
          <p:nvPicPr>
            <p:cNvPr id="4" name="Picture 3">
              <a:extLst>
                <a:ext uri="{FF2B5EF4-FFF2-40B4-BE49-F238E27FC236}">
                  <a16:creationId xmlns:a16="http://schemas.microsoft.com/office/drawing/2014/main" id="{00482522-A0E0-679E-2C32-376053AC8259}"/>
                </a:ext>
              </a:extLst>
            </p:cNvPr>
            <p:cNvPicPr>
              <a:picLocks noChangeAspect="1"/>
            </p:cNvPicPr>
            <p:nvPr/>
          </p:nvPicPr>
          <p:blipFill>
            <a:blip r:embed="rId3">
              <a:extLst>
                <a:ext uri="{28A0092B-C50C-407E-A947-70E740481C1C}">
                  <a14:useLocalDpi xmlns:a14="http://schemas.microsoft.com/office/drawing/2010/main" val="0"/>
                </a:ext>
              </a:extLst>
            </a:blip>
            <a:srcRect t="100" b="100"/>
            <a:stretch/>
          </p:blipFill>
          <p:spPr>
            <a:xfrm>
              <a:off x="4878937" y="1719580"/>
              <a:ext cx="972527" cy="1144800"/>
            </a:xfrm>
            <a:prstGeom prst="ellipse">
              <a:avLst/>
            </a:prstGeom>
          </p:spPr>
        </p:pic>
        <p:sp>
          <p:nvSpPr>
            <p:cNvPr id="5" name="object 9">
              <a:extLst>
                <a:ext uri="{FF2B5EF4-FFF2-40B4-BE49-F238E27FC236}">
                  <a16:creationId xmlns:a16="http://schemas.microsoft.com/office/drawing/2014/main" id="{DE6EB62B-F148-595B-E22B-EFEB7BE7A654}"/>
                </a:ext>
              </a:extLst>
            </p:cNvPr>
            <p:cNvSpPr txBox="1"/>
            <p:nvPr/>
          </p:nvSpPr>
          <p:spPr>
            <a:xfrm>
              <a:off x="5974845" y="1938025"/>
              <a:ext cx="2165159" cy="382797"/>
            </a:xfrm>
            <a:prstGeom prst="rect">
              <a:avLst/>
            </a:prstGeom>
          </p:spPr>
          <p:txBody>
            <a:bodyPr vert="horz" wrap="square" lIns="0" tIns="13335" rIns="0" bIns="0" rtlCol="0">
              <a:spAutoFit/>
            </a:bodyPr>
            <a:lstStyle/>
            <a:p>
              <a:pPr marL="12700">
                <a:spcAft>
                  <a:spcPts val="600"/>
                </a:spcAft>
              </a:pPr>
              <a:r>
                <a:rPr lang="zh-TW" altLang="en-US" sz="2400" b="1" spc="-5" dirty="0">
                  <a:solidFill>
                    <a:schemeClr val="bg1"/>
                  </a:solidFill>
                  <a:ea typeface="微软雅黑" panose="020B0503020204020204" pitchFamily="34" charset="-122"/>
                  <a:cs typeface="Arial"/>
                </a:rPr>
                <a:t>郭良</a:t>
              </a:r>
              <a:r>
                <a:rPr lang="en-GB" altLang="zh-CN" sz="2400" b="1" spc="-5" dirty="0">
                  <a:solidFill>
                    <a:schemeClr val="bg1"/>
                  </a:solidFill>
                  <a:ea typeface="微软雅黑" panose="020B0503020204020204" pitchFamily="34" charset="-122"/>
                  <a:cs typeface="Arial"/>
                </a:rPr>
                <a:t> </a:t>
              </a:r>
              <a:r>
                <a:rPr lang="en-US" altLang="zh-CN" sz="2400" b="1" spc="-5" dirty="0">
                  <a:solidFill>
                    <a:schemeClr val="bg1"/>
                  </a:solidFill>
                  <a:latin typeface="+mj-lt"/>
                  <a:ea typeface="微软雅黑" panose="020B0503020204020204" pitchFamily="34" charset="-122"/>
                  <a:cs typeface="Arial"/>
                </a:rPr>
                <a:t>George Guo</a:t>
              </a:r>
              <a:endParaRPr lang="en-GB" sz="2400" b="1" spc="-5" dirty="0">
                <a:solidFill>
                  <a:schemeClr val="bg1"/>
                </a:solidFill>
                <a:latin typeface="+mj-lt"/>
                <a:ea typeface="微软雅黑" panose="020B0503020204020204" pitchFamily="34" charset="-122"/>
                <a:cs typeface="Arial"/>
              </a:endParaRPr>
            </a:p>
          </p:txBody>
        </p:sp>
        <p:sp>
          <p:nvSpPr>
            <p:cNvPr id="6" name="object 9">
              <a:extLst>
                <a:ext uri="{FF2B5EF4-FFF2-40B4-BE49-F238E27FC236}">
                  <a16:creationId xmlns:a16="http://schemas.microsoft.com/office/drawing/2014/main" id="{3FFEFA66-8049-CB13-F21F-5B8112ED1B4C}"/>
                </a:ext>
              </a:extLst>
            </p:cNvPr>
            <p:cNvSpPr txBox="1"/>
            <p:nvPr/>
          </p:nvSpPr>
          <p:spPr>
            <a:xfrm>
              <a:off x="5974845" y="2394700"/>
              <a:ext cx="2268000" cy="469680"/>
            </a:xfrm>
            <a:prstGeom prst="rect">
              <a:avLst/>
            </a:prstGeom>
          </p:spPr>
          <p:txBody>
            <a:bodyPr vert="horz" wrap="square" lIns="0" tIns="13335" rIns="0" bIns="0" rtlCol="0">
              <a:spAutoFit/>
            </a:bodyPr>
            <a:lstStyle/>
            <a:p>
              <a:pPr marL="12700">
                <a:lnSpc>
                  <a:spcPct val="150000"/>
                </a:lnSpc>
                <a:spcBef>
                  <a:spcPts val="5"/>
                </a:spcBef>
              </a:pPr>
              <a:r>
                <a:rPr lang="zh-CN" altLang="en-US" sz="1050" b="1" spc="-5" dirty="0">
                  <a:solidFill>
                    <a:schemeClr val="bg1"/>
                  </a:solidFill>
                  <a:latin typeface="微软雅黑" panose="020B0503020204020204" pitchFamily="34" charset="-122"/>
                  <a:ea typeface="微软雅黑" panose="020B0503020204020204" pitchFamily="34" charset="-122"/>
                  <a:cs typeface="Arial"/>
                </a:rPr>
                <a:t>总监，数字化赋能服务</a:t>
              </a:r>
              <a:endParaRPr lang="en-GB" altLang="zh-CN" sz="1050" b="1" spc="-5" dirty="0">
                <a:solidFill>
                  <a:schemeClr val="bg1"/>
                </a:solidFill>
                <a:latin typeface="微软雅黑" panose="020B0503020204020204" pitchFamily="34" charset="-122"/>
                <a:ea typeface="微软雅黑" panose="020B0503020204020204" pitchFamily="34" charset="-122"/>
                <a:cs typeface="Arial"/>
              </a:endParaRPr>
            </a:p>
            <a:p>
              <a:pPr marL="12700">
                <a:lnSpc>
                  <a:spcPct val="150000"/>
                </a:lnSpc>
                <a:spcBef>
                  <a:spcPts val="5"/>
                </a:spcBef>
              </a:pPr>
              <a:r>
                <a:rPr lang="en-GB" sz="1050" u="sng" spc="-5" dirty="0">
                  <a:solidFill>
                    <a:schemeClr val="bg1"/>
                  </a:solidFill>
                  <a:latin typeface="Arial Narrow" panose="020B0606020202030204" pitchFamily="34" charset="0"/>
                  <a:ea typeface="微软雅黑" panose="020B0503020204020204" pitchFamily="34" charset="-122"/>
                  <a:cs typeface="Arial"/>
                </a:rPr>
                <a:t>george.guo@kpmg.com</a:t>
              </a:r>
            </a:p>
          </p:txBody>
        </p:sp>
      </p:grpSp>
    </p:spTree>
    <p:extLst>
      <p:ext uri="{BB962C8B-B14F-4D97-AF65-F5344CB8AC3E}">
        <p14:creationId xmlns:p14="http://schemas.microsoft.com/office/powerpoint/2010/main" val="17161048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 三大AI机会</a:t>
            </a:r>
          </a:p>
          <a:p>
            <a:r>
              <a:t>- ROI预期 180%</a:t>
            </a:r>
          </a:p>
          <a:p>
            <a:r>
              <a:t>- 关键里程碑</a:t>
            </a:r>
          </a:p>
        </p:txBody>
      </p:sp>
      <p:sp>
        <p:nvSpPr>
          <p:cNvPr id="3" name="Title 2"/>
          <p:cNvSpPr>
            <a:spLocks noGrp="1"/>
          </p:cNvSpPr>
          <p:nvPr>
            <p:ph type="title"/>
          </p:nvPr>
        </p:nvSpPr>
        <p:spPr/>
        <p:txBody>
          <a:bodyPr/>
          <a:lstStyle/>
          <a:p>
            <a:r>
              <a:t>执行摘要</a:t>
            </a:r>
          </a:p>
        </p:txBody>
      </p:sp>
      <p:sp>
        <p:nvSpPr>
          <p:cNvPr id="4" name="Content Placeholder 3"/>
          <p:cNvSpPr>
            <a:spLocks noGrp="1"/>
          </p:cNvSpPr>
          <p:nvPr>
            <p:ph idx="11" sz="quarter"/>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现状 vs 目标</a:t>
            </a:r>
          </a:p>
        </p:txBody>
      </p:sp>
      <p:sp>
        <p:nvSpPr>
          <p:cNvPr id="3" name="TextBox 2"/>
          <p:cNvSpPr txBox="1"/>
          <p:nvPr/>
        </p:nvSpPr>
        <p:spPr>
          <a:xfrm>
            <a:off x="457200" y="1463040"/>
            <a:ext cx="4754880" cy="5029200"/>
          </a:xfrm>
          <a:prstGeom prst="rect">
            <a:avLst/>
          </a:prstGeom>
          <a:noFill/>
        </p:spPr>
        <p:txBody>
          <a:bodyPr wrap="square">
            <a:spAutoFit/>
          </a:bodyPr>
          <a:lstStyle/>
          <a:p>
            <a:r>
              <a:t>现状：手工流程</a:t>
            </a:r>
          </a:p>
        </p:txBody>
      </p:sp>
      <p:sp>
        <p:nvSpPr>
          <p:cNvPr id="4" name="TextBox 3"/>
          <p:cNvSpPr txBox="1"/>
          <p:nvPr/>
        </p:nvSpPr>
        <p:spPr>
          <a:xfrm>
            <a:off x="5486400" y="1463040"/>
            <a:ext cx="4754880" cy="5029200"/>
          </a:xfrm>
          <a:prstGeom prst="rect">
            <a:avLst/>
          </a:prstGeom>
          <a:noFill/>
        </p:spPr>
        <p:txBody>
          <a:bodyPr wrap="square">
            <a:spAutoFit/>
          </a:bodyPr>
          <a:lstStyle/>
          <a:p>
            <a:r>
              <a:t>目标：AI自动化</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07/11/2018 15:59:4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 id="{CE0945A2-0949-4DEA-BFF4-67D15246D990}" vid="{9B259F59-53D6-4A83-8FC6-B62A20A5D0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4605</TotalTime>
  <Words>291</Words>
  <Application>Microsoft Macintosh PowerPoint</Application>
  <PresentationFormat>Widescreen</PresentationFormat>
  <Paragraphs>16</Paragraphs>
  <Slides>2</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9" baseType="lpstr">
      <vt:lpstr>Microsoft YaHei</vt:lpstr>
      <vt:lpstr>Microsoft YaHei</vt:lpstr>
      <vt:lpstr>Arial</vt:lpstr>
      <vt:lpstr>Arial Narrow</vt:lpstr>
      <vt:lpstr>KPMG Bold</vt:lpstr>
      <vt:lpstr>KPMG Widescreen - UpSlide</vt:lpstr>
      <vt:lpstr>think-cell Slide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PSFDCE_Validate Workshop Presentation</dc:title>
  <dc:creator>Fang, Mandy M (SH/TECH)</dc:creator>
  <cp:lastModifiedBy>George Guo Liang</cp:lastModifiedBy>
  <cp:revision>1127</cp:revision>
  <dcterms:created xsi:type="dcterms:W3CDTF">2021-04-09T06:51:56Z</dcterms:created>
  <dcterms:modified xsi:type="dcterms:W3CDTF">2026-03-28T14:49:08Z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0x01010036DF8ACB058DF9489700B19236AAD594006082D03AF5756644AC1C4869C435B04A</vt:lpwstr>
  </property>
  <property fmtid="{D5CDD505-2E9C-101B-9397-08002B2CF9AE}" pid="3" name="CandC_Tax_InstanceTerms4">
    <vt:lpwstr/>
  </property>
  <property fmtid="{D5CDD505-2E9C-101B-9397-08002B2CF9AE}" pid="4" name="CandC_Tax_4">
    <vt:lpwstr/>
  </property>
  <property fmtid="{D5CDD505-2E9C-101B-9397-08002B2CF9AE}" pid="5" name="CandC_Tax_InstanceTerms5">
    <vt:lpwstr/>
  </property>
  <property fmtid="{D5CDD505-2E9C-101B-9397-08002B2CF9AE}" pid="6" name="CandC_Tax_ClientFunction">
    <vt:lpwstr>234;#Cross Functional|d30b7f10-d672-4e53-a30e-3ebf576fe8c0</vt:lpwstr>
  </property>
  <property fmtid="{D5CDD505-2E9C-101B-9397-08002B2CF9AE}" pid="7" name="CandC_Tax_Technology">
    <vt:lpwstr>688;#Salesforce|869f5bf1-c3a5-4dd2-b702-3987aa375686</vt:lpwstr>
  </property>
  <property fmtid="{D5CDD505-2E9C-101B-9397-08002B2CF9AE}" pid="8" name="CandC_Tax_5">
    <vt:lpwstr/>
  </property>
  <property fmtid="{D5CDD505-2E9C-101B-9397-08002B2CF9AE}" pid="9" name="CandC_Tax_Methods">
    <vt:lpwstr>732;#Powered Enterprise Salesforce|5641bb71-4835-489d-baa2-ddcbd5d724b3</vt:lpwstr>
  </property>
  <property fmtid="{D5CDD505-2E9C-101B-9397-08002B2CF9AE}" pid="10" name="CandC_Tax_6">
    <vt:lpwstr>51;#Templates|c464024d-75ee-429e-b9f8-5dc1690a94ba</vt:lpwstr>
  </property>
  <property fmtid="{D5CDD505-2E9C-101B-9397-08002B2CF9AE}" pid="11" name="CandC_Tax_Workstream">
    <vt:lpwstr>436;#Business Process and Configuration|046e6ed9-d32f-46be-86f3-37fab53a7299</vt:lpwstr>
  </property>
  <property fmtid="{D5CDD505-2E9C-101B-9397-08002B2CF9AE}" pid="12" name="CandC_Tax_1">
    <vt:lpwstr/>
  </property>
  <property fmtid="{D5CDD505-2E9C-101B-9397-08002B2CF9AE}" pid="13" name="CandC_Tax_Alliances">
    <vt:lpwstr/>
  </property>
  <property fmtid="{D5CDD505-2E9C-101B-9397-08002B2CF9AE}" pid="14" name="CandC_Tax_MethodHierarchy">
    <vt:lpwstr>568;#Conducting Validate Workshops|05c86bcf-d618-4775-8ce0-9ee652810413</vt:lpwstr>
  </property>
  <property fmtid="{D5CDD505-2E9C-101B-9397-08002B2CF9AE}" pid="15" name="CandC_Tax_ESG">
    <vt:lpwstr/>
  </property>
  <property fmtid="{D5CDD505-2E9C-101B-9397-08002B2CF9AE}" pid="16" name="CandC_Tax_InstanceTerms2">
    <vt:lpwstr>644;#Process and Platform Design|ededafec-f7a3-499d-80e3-cc3ebc800ab3</vt:lpwstr>
  </property>
  <property fmtid="{D5CDD505-2E9C-101B-9397-08002B2CF9AE}" pid="17" name="CandC_Tax_ProcessHierarchy">
    <vt:lpwstr/>
  </property>
  <property fmtid="{D5CDD505-2E9C-101B-9397-08002B2CF9AE}" pid="18" name="CandC_Tax_2">
    <vt:lpwstr/>
  </property>
  <property fmtid="{D5CDD505-2E9C-101B-9397-08002B2CF9AE}" pid="19" name="CandC_Tax_7">
    <vt:lpwstr/>
  </property>
  <property fmtid="{D5CDD505-2E9C-101B-9397-08002B2CF9AE}" pid="20" name="CandC_Tax_DeliveryTools">
    <vt:lpwstr>2908;#Validation Workshop Packs|f9c6e33a-5f8a-47a9-a919-8663294935d9</vt:lpwstr>
  </property>
  <property fmtid="{D5CDD505-2E9C-101B-9397-08002B2CF9AE}" pid="21" name="CandC_Tax_Tools">
    <vt:lpwstr/>
  </property>
  <property fmtid="{D5CDD505-2E9C-101B-9397-08002B2CF9AE}" pid="22" name="CandC_Tax_InstanceTerms3">
    <vt:lpwstr/>
  </property>
  <property fmtid="{D5CDD505-2E9C-101B-9397-08002B2CF9AE}" pid="23" name="CandC_Tax_Solutions">
    <vt:lpwstr/>
  </property>
  <property fmtid="{D5CDD505-2E9C-101B-9397-08002B2CF9AE}" pid="24" name="CandC_Tax_8">
    <vt:lpwstr>476;#Validate|f2176df4-ad40-48f9-a12e-c0dcd929e961</vt:lpwstr>
  </property>
  <property fmtid="{D5CDD505-2E9C-101B-9397-08002B2CF9AE}" pid="25" name="CandC_Tax_3">
    <vt:lpwstr/>
  </property>
</Properties>
</file>