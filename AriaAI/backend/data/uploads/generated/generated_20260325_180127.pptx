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BMS百时美施贵宝中国 AI战略规划报告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以AI驱动创新药企数字化转型 — 战略蓝图与实施路径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BMS百时美施贵宝中国 AI战略规划报告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BMS中国处于数字化中级水平，具备向AI驱动型药企跃迁的基础条件</a:t>
            </a:r>
          </a:p>
          <a:p>
            <a:r>
              <a:t>• 识别出5大高价值AI场景，预计3年可实现1.2-1.8亿元综合效益</a:t>
            </a:r>
          </a:p>
          <a:p>
            <a:r>
              <a:t>• 优先推进：AI辅助药物研发加速、智能商业化运营、合规智能监测三大引擎</a:t>
            </a:r>
          </a:p>
          <a:p>
            <a:r>
              <a:t>• 建议采用"速赢验证+平台沉淀+规模推广"三阶段推进路径</a:t>
            </a:r>
          </a:p>
          <a:p>
            <a:r>
              <a:t>• 总投入约4,000-6,000万元，预计18个月实现投资回本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当前状态评估：BMS中国数字化现状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【业务现状】</a:t>
            </a:r>
          </a:p>
          <a:p>
            <a:r>
              <a:t>• 核心聚焦肿瘤(O药)、血液(瑞复美)、免疫、心血管四大治疗领域</a:t>
            </a:r>
          </a:p>
          <a:p>
            <a:r>
              <a:t>• 中国区约1,000名员工，商业化团队占比高，覆盖全国核心医院</a:t>
            </a:r>
          </a:p>
          <a:p>
            <a:r>
              <a:t>• 已建立基础数据平台和CRM系统，数字化营销初步起步</a:t>
            </a:r>
          </a:p>
          <a:p/>
          <a:p>
            <a:r>
              <a:t>【痛点诊断】</a:t>
            </a:r>
          </a:p>
          <a:p>
            <a:r>
              <a:t>• 临床试验患者招募周期长，平均耗时超出全球基准30%</a:t>
            </a:r>
          </a:p>
          <a:p>
            <a:r>
              <a:t>• 医学信息处理依赖人工，文献检索效率待提升</a:t>
            </a:r>
          </a:p>
          <a:p>
            <a:r>
              <a:t>• 合规监控以人工抽检为主，覆盖率不足60%</a:t>
            </a:r>
          </a:p>
          <a:p>
            <a:r>
              <a:t>• 商业化洞察分散，区域市场响应速度受限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AI成熟度评估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AI机会全景图：创新药企全价值链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【研发端】AI辅助靶点发现 | 临床试验优化 | 文献智能检索 | 真实世界数据分析</a:t>
            </a:r>
          </a:p>
          <a:p/>
          <a:p>
            <a:r>
              <a:t>【供应链】需求智能预测 | 冷链智能监控 | 库存优化算法</a:t>
            </a:r>
          </a:p>
          <a:p/>
          <a:p>
            <a:r>
              <a:t>【商业化】智能医生画像 | 精准学术推广 | KOL影响力图谱 | 区域市场洞察</a:t>
            </a:r>
          </a:p>
          <a:p/>
          <a:p>
            <a:r>
              <a:t>【医学事务】医学信息AI问答 | 不良事件智能识别 | 文献自动综述</a:t>
            </a:r>
          </a:p>
          <a:p/>
          <a:p>
            <a:r>
              <a:t>【合规与运营】合规智能监测 | 合同智能审核 | 费用报销智能审计 | 招投标分析</a:t>
            </a:r>
          </a:p>
          <a:p/>
          <a:p>
            <a:r>
              <a:t>→ 共识别22个AI用例，筛选出5个高价值优先场景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AI优先级矩阵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重点场景1：智能合规监测平台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【业务痛点】</a:t>
            </a:r>
          </a:p>
          <a:p>
            <a:r>
              <a:t>• 推广材料合规审查周期长（平均5-7天），人工审查覆盖率&lt;60%</a:t>
            </a:r>
          </a:p>
          <a:p>
            <a:r>
              <a:t>• 销售行为合规监测依赖事后抽检，风险暴露窗口大</a:t>
            </a:r>
          </a:p>
          <a:p/>
          <a:p>
            <a:r>
              <a:t>【AI解决方案】</a:t>
            </a:r>
          </a:p>
          <a:p>
            <a:r>
              <a:t>• NLP自动审查推广材料，对标法规库实时比对</a:t>
            </a:r>
          </a:p>
          <a:p>
            <a:r>
              <a:t>• 销售行为AI画像，智能预警异常拜访和费用模式</a:t>
            </a:r>
          </a:p>
          <a:p>
            <a:r>
              <a:t>• 合规知识图谱，自动更新监管政策变化</a:t>
            </a:r>
          </a:p>
          <a:p/>
          <a:p>
            <a:r>
              <a:t>【预期收益】</a:t>
            </a:r>
          </a:p>
          <a:p>
            <a:r>
              <a:t>• 审查效率提升70%，周期缩短至1-2天</a:t>
            </a:r>
          </a:p>
          <a:p>
            <a:r>
              <a:t>• 合规覆盖率提升至95%+，降低违规风险</a:t>
            </a:r>
          </a:p>
          <a:p>
            <a:r>
              <a:t>• 年节约合规成本约800-1,200万元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重点场景2：AI驱动智能商业化引擎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【业务痛点】</a:t>
            </a:r>
          </a:p>
          <a:p>
            <a:r>
              <a:t>• 医生画像维度单一，缺乏处方行为和学术兴趣洞察</a:t>
            </a:r>
          </a:p>
          <a:p>
            <a:r>
              <a:t>• 多渠道触达（线下拜访+线上会议+数字内容）协同不足</a:t>
            </a:r>
          </a:p>
          <a:p>
            <a:r>
              <a:t>• 区域市场策略响应慢，依赖经验判断</a:t>
            </a:r>
          </a:p>
          <a:p/>
          <a:p>
            <a:r>
              <a:t>【AI解决方案】</a:t>
            </a:r>
          </a:p>
          <a:p>
            <a:r>
              <a:t>• 医生360°智能画像：整合处方数据、学术发表、会议参与构建KOL图谱</a:t>
            </a:r>
          </a:p>
          <a:p>
            <a:r>
              <a:t>• 智能渠道推荐：AI预测最优触达渠道和内容组合</a:t>
            </a:r>
          </a:p>
          <a:p>
            <a:r>
              <a:t>• 区域市场预测引擎：基于多源数据的销售预测与资源配置优化</a:t>
            </a:r>
          </a:p>
          <a:p/>
          <a:p>
            <a:r>
              <a:t>【预期收益】</a:t>
            </a:r>
          </a:p>
          <a:p>
            <a:r>
              <a:t>• 医学代表效率提升25-35%</a:t>
            </a:r>
          </a:p>
          <a:p>
            <a:r>
              <a:t>• 精准推广转化率提升20%</a:t>
            </a:r>
          </a:p>
          <a:p>
            <a:r>
              <a:t>• 预计增量销售贡献5,000-8,000万元/年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重点场景3：AI辅助临床试验加速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【业务痛点】</a:t>
            </a:r>
          </a:p>
          <a:p>
            <a:r>
              <a:t>• 中国区临床试验患者招募是全球最大瓶颈之一</a:t>
            </a:r>
          </a:p>
          <a:p>
            <a:r>
              <a:t>• 试验方案设计迭代周期长，与监管沟通成本高</a:t>
            </a:r>
          </a:p>
          <a:p>
            <a:r>
              <a:t>• 真实世界数据(RWD)利用率低，证据生成慢</a:t>
            </a:r>
          </a:p>
          <a:p/>
          <a:p>
            <a:r>
              <a:t>【AI解决方案】</a:t>
            </a:r>
          </a:p>
          <a:p>
            <a:r>
              <a:t>• AI患者匹配引擎：基于EMR/HIS数据智能筛选合格患者</a:t>
            </a:r>
          </a:p>
          <a:p>
            <a:r>
              <a:t>• 试验方案智能优化：AI模拟不同方案的入组速度与成功率</a:t>
            </a:r>
          </a:p>
          <a:p>
            <a:r>
              <a:t>• RWD智能分析平台：自动生成真实世界证据支持医保谈判</a:t>
            </a:r>
          </a:p>
          <a:p/>
          <a:p>
            <a:r>
              <a:t>【预期收益】</a:t>
            </a:r>
          </a:p>
          <a:p>
            <a:r>
              <a:t>• 患者招募周期缩短30-40%</a:t>
            </a:r>
          </a:p>
          <a:p>
            <a:r>
              <a:t>• 试验方案优化迭代速度提升50%</a:t>
            </a:r>
          </a:p>
          <a:p>
            <a:r>
              <a:t>• 支撑BMS中国加速新适应症上市，抢占市场窗口期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 Phase 1：夯实基础与速赢（0-6个月）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【M1-M2 启动准备】</a:t>
            </a:r>
          </a:p>
          <a:p>
            <a:r>
              <a:t>• 成立AI卓越中心(CoE)，任命AI战略负责人</a:t>
            </a:r>
          </a:p>
          <a:p>
            <a:r>
              <a:t>• 完成数据资产盘点与治理框架设计</a:t>
            </a:r>
          </a:p>
          <a:p>
            <a:r>
              <a:t>• 确定技术合作伙伴（云服务+AI平台+垂直方案商）</a:t>
            </a:r>
          </a:p>
          <a:p/>
          <a:p>
            <a:r>
              <a:t>【M3-M4 速赢交付】</a:t>
            </a:r>
          </a:p>
          <a:p>
            <a:r>
              <a:t>• 上线智能合规审查MVP（推广材料自动审查）</a:t>
            </a:r>
          </a:p>
          <a:p>
            <a:r>
              <a:t>• 部署医学信息AI助手（内部知识问答）</a:t>
            </a:r>
          </a:p>
          <a:p>
            <a:r>
              <a:t>• 启动费用报销AI审计试点</a:t>
            </a:r>
          </a:p>
          <a:p/>
          <a:p>
            <a:r>
              <a:t>【M5-M6 验证优化】</a:t>
            </a:r>
          </a:p>
          <a:p>
            <a:r>
              <a:t>• 速赢项目效果验证与ROI评估</a:t>
            </a:r>
          </a:p>
          <a:p>
            <a:r>
              <a:t>• 数据平台一期上线（打通CRM+合规+财务数据）</a:t>
            </a:r>
          </a:p>
          <a:p>
            <a:r>
              <a:t>• 输出Phase 2详细方案，获取管理层追加投资批准</a:t>
            </a:r>
          </a:p>
          <a:p/>
          <a:p>
            <a:r>
              <a:t>里程碑：3个速赢项目上线，AI CoE运转，数据平台MVP就绪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 Phase 2-3：规模化与创新（6-36个月）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【Phase 2 规模化（6-18月）】</a:t>
            </a:r>
          </a:p>
          <a:p>
            <a:r>
              <a:t>• 智能商业化引擎全面上线：医生画像+渠道优化覆盖全产品线</a:t>
            </a:r>
          </a:p>
          <a:p>
            <a:r>
              <a:t>• 合规监测平台扩展至销售行为+合同审核全场景</a:t>
            </a:r>
          </a:p>
          <a:p>
            <a:r>
              <a:t>• 数据中台二期：整合外部医疗数据源（医院+药店+学术）</a:t>
            </a:r>
          </a:p>
          <a:p>
            <a:r>
              <a:t>• AI人才梯队建设：内训+外招，AI团队达15-20人</a:t>
            </a:r>
          </a:p>
          <a:p/>
          <a:p>
            <a:r>
              <a:t>【Phase 3 创新引领（18-36月）】</a:t>
            </a:r>
          </a:p>
          <a:p>
            <a:r>
              <a:t>• AI临床试验加速平台上线，接入2-3个在研管线</a:t>
            </a:r>
          </a:p>
          <a:p>
            <a:r>
              <a:t>• GenAI赋能全员：AI写作助手、智能报告生成、会议纪要</a:t>
            </a:r>
          </a:p>
          <a:p>
            <a:r>
              <a:t>• 探索AI+真实世界研究的创新模式</a:t>
            </a:r>
          </a:p>
          <a:p>
            <a:r>
              <a:t>• 建立BMS中国AI最佳实践，向全球输出中国经验</a:t>
            </a:r>
          </a:p>
          <a:p/>
          <a:p>
            <a:r>
              <a:t>里程碑：AI覆盖80%核心业务流程，年化效益超1亿元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投资估算与ROI分析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组织与人才规划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【AI CoE组织架构】</a:t>
            </a:r>
          </a:p>
          <a:p>
            <a:r>
              <a:t>• 设立AI卓越中心，直接汇报中国区总经理</a:t>
            </a:r>
          </a:p>
          <a:p>
            <a:r>
              <a:t>• 核心岗位：AI战略负责人、数据科学家(3-4人)、AI工程师(4-5人)、AI产品经理(2人)、数据治理专家(2人)</a:t>
            </a:r>
          </a:p>
          <a:p/>
          <a:p>
            <a:r>
              <a:t>【人才获取策略】</a:t>
            </a:r>
          </a:p>
          <a:p>
            <a:r>
              <a:t>• 外部引进：从互联网/AI公司招募核心技术骨干（5-8人）</a:t>
            </a:r>
          </a:p>
          <a:p>
            <a:r>
              <a:t>• 内部转型：选拔IT及业务骨干进行AI技能培训（20-30人）</a:t>
            </a:r>
          </a:p>
          <a:p>
            <a:r>
              <a:t>• 生态合作：与AI供应商组建联合团队，知识转移</a:t>
            </a:r>
          </a:p>
          <a:p/>
          <a:p>
            <a:r>
              <a:t>【全员AI素养提升】</a:t>
            </a:r>
          </a:p>
          <a:p>
            <a:r>
              <a:t>• 管理层：AI战略工作坊（季度）</a:t>
            </a:r>
          </a:p>
          <a:p>
            <a:r>
              <a:t>• 业务团队：AI工具应用培训（月度）</a:t>
            </a:r>
          </a:p>
          <a:p>
            <a:r>
              <a:t>• 技术团队：深度技术研修（持续）</a:t>
            </a:r>
          </a:p>
          <a:p>
            <a:r>
              <a:t>• 目标：12个月内全员AI基础培训覆盖率80%+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风险识别与缓释措施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【数据隐私与合规风险】⚠️ 高</a:t>
            </a:r>
          </a:p>
          <a:p>
            <a:r>
              <a:t>• 医疗数据涉及《个人信息保护法》《数据安全法》严格监管</a:t>
            </a:r>
          </a:p>
          <a:p>
            <a:r>
              <a:t>• 缓释：设立数据隐私官，AI系统上线前完成合规评估，数据脱敏处理</a:t>
            </a:r>
          </a:p>
          <a:p/>
          <a:p>
            <a:r>
              <a:t>【技术选型与供应商风险】⚠️ 中</a:t>
            </a:r>
          </a:p>
          <a:p>
            <a:r>
              <a:t>• 医药AI领域方案商成熟度参差不齐</a:t>
            </a:r>
          </a:p>
          <a:p>
            <a:r>
              <a:t>• 缓释：POC验证机制，关键能力自建，避免单一供应商锁定</a:t>
            </a:r>
          </a:p>
          <a:p/>
          <a:p>
            <a:r>
              <a:t>【组织变革阻力】⚠️ 中</a:t>
            </a:r>
          </a:p>
          <a:p>
            <a:r>
              <a:t>• 业务团队对AI工具接受度不一</a:t>
            </a:r>
          </a:p>
          <a:p>
            <a:r>
              <a:t>• 缓释：选拔业务Champion，以速赢成果建立信心，绩效激励挂钩</a:t>
            </a:r>
          </a:p>
          <a:p/>
          <a:p>
            <a:r>
              <a:t>【全球总部协同风险】⚠️ 低-中</a:t>
            </a:r>
          </a:p>
          <a:p>
            <a:r>
              <a:t>• 中国区AI方案需与全球IT架构对齐</a:t>
            </a:r>
          </a:p>
          <a:p>
            <a:r>
              <a:t>• 缓释：提前与全球IT沟通，争取中国区创新试点授权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下一步行动建议（未来30天）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【第1周】高层对齐</a:t>
            </a:r>
          </a:p>
          <a:p>
            <a:r>
              <a:t>• 向中国区领导团队汇报AI战略蓝图，获取战略共识与预算承诺</a:t>
            </a:r>
          </a:p>
          <a:p>
            <a:r>
              <a:t>• 明确AI战略Executive Sponsor</a:t>
            </a:r>
          </a:p>
          <a:p/>
          <a:p>
            <a:r>
              <a:t>【第2周】团队组建</a:t>
            </a:r>
          </a:p>
          <a:p>
            <a:r>
              <a:t>• 启动AI CoE负责人招聘（内部选拔或外部猎聘）</a:t>
            </a:r>
          </a:p>
          <a:p>
            <a:r>
              <a:t>• 组建跨职能AI工作组（IT+商业+医学+合规）</a:t>
            </a:r>
          </a:p>
          <a:p/>
          <a:p>
            <a:r>
              <a:t>【第3周】供应商评估</a:t>
            </a:r>
          </a:p>
          <a:p>
            <a:r>
              <a:t>• 启动智能合规与商业化AI供应商短名单评估</a:t>
            </a:r>
          </a:p>
          <a:p>
            <a:r>
              <a:t>• 安排3-5家供应商方案演示与POC规划</a:t>
            </a:r>
          </a:p>
          <a:p/>
          <a:p>
            <a:r>
              <a:t>【第4周】快速启动</a:t>
            </a:r>
          </a:p>
          <a:p>
            <a:r>
              <a:t>• 完成数据资产盘点与优先级数据治理启动</a:t>
            </a:r>
          </a:p>
          <a:p>
            <a:r>
              <a:t>• 智能合规审查POC项目正式立项</a:t>
            </a:r>
          </a:p>
          <a:p>
            <a:r>
              <a:t>• 制定Phase 1详细项目计划与里程碑</a:t>
            </a:r>
          </a:p>
          <a:p/>
          <a:p>
            <a:r>
              <a:t>🎯 30天目标：组织就绪、方向明确、首个POC启动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