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BMS中国 AI战略报告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构建智能化生物制药企业 · 2025-2028数字化转型蓝图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BMS中国 AI战略报告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执行摘要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**核心观点**：AI将成为BMS中国从"中级数字化"迈向"智能企业"的核心引擎</a:t>
            </a:r>
          </a:p>
          <a:p/>
          <a:p>
            <a:r>
              <a:t>**战略定位**：以"合规优先、患者为中心"的AI应用战略，打造医药行业AI标杆</a:t>
            </a:r>
          </a:p>
          <a:p/>
          <a:p>
            <a:r>
              <a:t>**四大价值主张**：</a:t>
            </a:r>
          </a:p>
          <a:p>
            <a:r>
              <a:t>• 合规效率提升40%+（智能审核、风险预警）</a:t>
            </a:r>
          </a:p>
          <a:p>
            <a:r>
              <a:t>• 销售代表人效提升30%（AI助手、精准医学信息传递）</a:t>
            </a:r>
          </a:p>
          <a:p>
            <a:r>
              <a:t>• 临床试验周期缩短15-20%（智能招募、数据洞察）</a:t>
            </a:r>
          </a:p>
          <a:p>
            <a:r>
              <a:t>• 药物警戒处理成本降低50%（AI信号检测、自动报告）</a:t>
            </a:r>
          </a:p>
          <a:p/>
          <a:p>
            <a:r>
              <a:t>**投资规模**：建议3年总投资8000万-1.2亿人民币</a:t>
            </a:r>
          </a:p>
          <a:p>
            <a:r>
              <a:t>**预期ROI**：3年累计回报2.5-3.5亿元（成本节约+收入提升）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行业趋势与AI机遇分析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**全球趋势**：</a:t>
            </a:r>
          </a:p>
          <a:p>
            <a:r>
              <a:t>• 2024年全球制药行业AI投资突破150亿美元，年增长率35%</a:t>
            </a:r>
          </a:p>
          <a:p>
            <a:r>
              <a:t>• 监管科技(RegTech)成为合规成本管控关键手段</a:t>
            </a:r>
          </a:p>
          <a:p>
            <a:r>
              <a:t>• 生成式AI在医学内容创作领域渗透率达60%</a:t>
            </a:r>
          </a:p>
          <a:p/>
          <a:p>
            <a:r>
              <a:t>**中国市场特性**：</a:t>
            </a:r>
          </a:p>
          <a:p>
            <a:r>
              <a:t>• 医药反腐深化→合规要求指数级提升</a:t>
            </a:r>
          </a:p>
          <a:p>
            <a:r>
              <a:t>• 带量采购常态化→利润空间压缩→降本增效迫切性</a:t>
            </a:r>
          </a:p>
          <a:p>
            <a:r>
              <a:t>• 患者数字化程度提升→医患互动新模式</a:t>
            </a:r>
          </a:p>
          <a:p/>
          <a:p>
            <a:r>
              <a:t>**AI技术成熟度评估**：</a:t>
            </a:r>
          </a:p>
          <a:p>
            <a:r>
              <a:t>• 高成熟度：文档处理、知识问答、数据分析（可立即部署）</a:t>
            </a:r>
          </a:p>
          <a:p>
            <a:r>
              <a:t>• 中等成熟度：药物发现、影像分析（需2-3年布局）</a:t>
            </a:r>
          </a:p>
          <a:p/>
          <a:p>
            <a:r>
              <a:t>**竞争格局**：罗氏、诺华等已建立AI Center of Excellence，BMS需加速追赶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BMS中国现状评估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**数字化基础（中级水平）**：</a:t>
            </a:r>
          </a:p>
          <a:p>
            <a:r>
              <a:t>• ✅ 已建立CRM系统（Veeva/Salesforce）</a:t>
            </a:r>
          </a:p>
          <a:p>
            <a:r>
              <a:t>• ✅ 基础数据仓库与BI报表体系</a:t>
            </a:r>
          </a:p>
          <a:p>
            <a:r>
              <a:t>• ✅ 线上会议与远程拜访能力</a:t>
            </a:r>
          </a:p>
          <a:p>
            <a:r>
              <a:t>• ⚠️ 数据孤岛现象严重（医学、销售、市场数据未打通）</a:t>
            </a:r>
          </a:p>
          <a:p>
            <a:r>
              <a:t>• ⚠️ 缺乏统一AI平台与算法能力</a:t>
            </a:r>
          </a:p>
          <a:p/>
          <a:p>
            <a:r>
              <a:t>**业务痛点诊断**：</a:t>
            </a:r>
          </a:p>
          <a:p>
            <a:r>
              <a:t>• 合规审核：医学材料审核周期5-7天，人工成本高</a:t>
            </a:r>
          </a:p>
          <a:p>
            <a:r>
              <a:t>• 代表赋能：新代表培训周期3-6个月，医学知识传递效率低</a:t>
            </a:r>
          </a:p>
          <a:p>
            <a:r>
              <a:t>• 患者招募：临床试验匹配依赖人工筛选，效率低下</a:t>
            </a:r>
          </a:p>
          <a:p>
            <a:r>
              <a:t>• 药物警戒：不良事件报告处理量大，信号挖掘依赖经验</a:t>
            </a:r>
          </a:p>
          <a:p/>
          <a:p>
            <a:r>
              <a:t>**数据资产盘点**：</a:t>
            </a:r>
          </a:p>
          <a:p>
            <a:r>
              <a:t>• 结构化数据：销售数据、处方数据（合规获取）</a:t>
            </a:r>
          </a:p>
          <a:p>
            <a:r>
              <a:t>• 非结构化数据：医学文献、患者语音/文字反馈、会议记录</a:t>
            </a:r>
          </a:p>
          <a:p>
            <a:r>
              <a:t>• 数据质量评分：6.5/10（完整性良好，标准化程度待提升）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AI战略愿景与目标体系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**战略愿景**："成为中国生物制药行业最懂AI、最合规、最具患者洞察力的企业"</a:t>
            </a:r>
          </a:p>
          <a:p/>
          <a:p>
            <a:r>
              <a:t>**三阶段目标**：</a:t>
            </a:r>
          </a:p>
          <a:p>
            <a:r>
              <a:t>• **2025年（基础构建期）**：建立AI治理框架，部署3-4个高价值场景，组建AI团队</a:t>
            </a:r>
          </a:p>
          <a:p>
            <a:r>
              <a:t>• **2026年（规模扩展期）**：AI应用覆盖80%核心业务场景，建立统一数据平台</a:t>
            </a:r>
          </a:p>
          <a:p>
            <a:r>
              <a:t>• **2027-2028年（智能引领期）**：实现预测性分析、个性化医患互动，输出行业最佳实践</a:t>
            </a:r>
          </a:p>
          <a:p/>
          <a:p>
            <a:r>
              <a:t>**关键成功指标(KPIs)**：</a:t>
            </a:r>
          </a:p>
          <a:p>
            <a:r>
              <a:t>• 业务效率：流程自动化率&gt;60%，人工处理量减少50%</a:t>
            </a:r>
          </a:p>
          <a:p>
            <a:r>
              <a:t>• 合规质量：审核准确率达到99%，违规事件零发生</a:t>
            </a:r>
          </a:p>
          <a:p>
            <a:r>
              <a:t>• 员工体验：AI工具周活跃率&gt;85%，NPS评分&gt;70</a:t>
            </a:r>
          </a:p>
          <a:p>
            <a:r>
              <a:t>• 创新输出：每年孵化2-3个创新用例，申请3-5项AI相关专利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核心场景一 — 智能合规与医学审核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**场景定义**：利用AI实现医学材料、推广话术、会议内容的自动化合规审核</a:t>
            </a:r>
          </a:p>
          <a:p/>
          <a:p>
            <a:r>
              <a:t>**痛点量化**：</a:t>
            </a:r>
          </a:p>
          <a:p>
            <a:r>
              <a:t>• 当前：医学团队月均审核材料800+份，平均耗时5.3天/份</a:t>
            </a:r>
          </a:p>
          <a:p>
            <a:r>
              <a:t>• 峰值期（产品上市/大会前）积压严重，影响业务敏捷性</a:t>
            </a:r>
          </a:p>
          <a:p/>
          <a:p>
            <a:r>
              <a:t>**AI解决方案**：</a:t>
            </a:r>
          </a:p>
          <a:p>
            <a:r>
              <a:t>• 第一层：OCR+NLP自动提取材料关键信息，分类风险等级</a:t>
            </a:r>
          </a:p>
          <a:p>
            <a:r>
              <a:t>• 第二层：多模态大模型（文本+图片）审核超适应症宣传、证据等级、竞品比较表述</a:t>
            </a:r>
          </a:p>
          <a:p>
            <a:r>
              <a:t>• 第三层：与法规数据库实时比对（NMPA说明书、指南、行业规范）</a:t>
            </a:r>
          </a:p>
          <a:p/>
          <a:p>
            <a:r>
              <a:t>**预期成效**：</a:t>
            </a:r>
          </a:p>
          <a:p>
            <a:r>
              <a:t>• 审核时效：从5天缩短至24小时内</a:t>
            </a:r>
          </a:p>
          <a:p>
            <a:r>
              <a:t>• 准确率：初审准确率达95%，人工复核工作量减少70%</a:t>
            </a:r>
          </a:p>
          <a:p>
            <a:r>
              <a:t>• 风险防控：实时拦截高风险内容，合规事件零遗漏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核心场景二 — AI医药代表赋能平台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**场景定义**：为MR（医药代表）配备智能助手，实现精准医学信息传递与高效客户互动</a:t>
            </a:r>
          </a:p>
          <a:p/>
          <a:p>
            <a:r>
              <a:t>**用户画像**：800-1000名MR，覆盖肿瘤、免疫、心血管三大治疗领域</a:t>
            </a:r>
          </a:p>
          <a:p/>
          <a:p>
            <a:r>
              <a:t>**核心功能模块**：</a:t>
            </a:r>
          </a:p>
          <a:p>
            <a:r>
              <a:t>• **智能拜访准备**：自动生成客户画像（处方习惯、学术偏好、既往互动记录）</a:t>
            </a:r>
          </a:p>
          <a:p>
            <a:r>
              <a:t>• **实时话术指导**：拜访中实时识别客户问题，推荐合规的医学应答话术</a:t>
            </a:r>
          </a:p>
          <a:p>
            <a:r>
              <a:t>• **会议智能纪要**：自动记录拜访要点，生成标准化随访计划</a:t>
            </a:r>
          </a:p>
          <a:p>
            <a:r>
              <a:t>• **医学知识库问答**：7×24小时解答产品、疾病、竞品相关问题</a:t>
            </a:r>
          </a:p>
          <a:p/>
          <a:p>
            <a:r>
              <a:t>**合规保障机制**：</a:t>
            </a:r>
          </a:p>
          <a:p>
            <a:r>
              <a:t>• 所有AI推荐内容可溯源至医学证据库</a:t>
            </a:r>
          </a:p>
          <a:p>
            <a:r>
              <a:t>• 敏感话题（超适应症、未获批数据）自动拦截并转人工</a:t>
            </a:r>
          </a:p>
          <a:p>
            <a:r>
              <a:t>• 全程留痕，支持内部审计与外部监管检查</a:t>
            </a:r>
          </a:p>
          <a:p/>
          <a:p>
            <a:r>
              <a:t>**预期成效**：代表人均拜访效率提升35%，医学信息传递准确率提升至98%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核心场景三 — 临床试验智能化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**场景定义**：AI赋能患者招募、中心筛选、数据质量监控全链条</a:t>
            </a:r>
          </a:p>
          <a:p/>
          <a:p>
            <a:r>
              <a:t>**当前挑战**：中国临床试验竞争白热化，患者招募成本占试验总预算30%+</a:t>
            </a:r>
          </a:p>
          <a:p/>
          <a:p>
            <a:r>
              <a:t>**AI应用场景**：</a:t>
            </a:r>
          </a:p>
          <a:p>
            <a:r>
              <a:t>• **智能招募匹配**：基于医院HIS系统（合规对接）+可穿戴设备数据，自动筛选潜在受试者</a:t>
            </a:r>
          </a:p>
          <a:p>
            <a:r>
              <a:t>• **中心绩效预测**：利用历史数据预测各中心的入组速度、数据质量、稽查风险</a:t>
            </a:r>
          </a:p>
          <a:p>
            <a:r>
              <a:t>• **电子知情同意(eConsent)优化**：NLP分析患者疑问，智能推荐解释话术</a:t>
            </a:r>
          </a:p>
          <a:p>
            <a:r>
              <a:t>• **数据质量监控**：机器学习识别异常数据点，提前预警数据造假或录入错误</a:t>
            </a:r>
          </a:p>
          <a:p/>
          <a:p>
            <a:r>
              <a:t>**技术架构**：与EDC系统对接，采用联邦学习保护患者隐私</a:t>
            </a:r>
          </a:p>
          <a:p/>
          <a:p>
            <a:r>
              <a:t>**商业价值**：单个试验周期平均缩短3-5个月，患者招募成本降低25-40%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核心场景四 — 智能化药物警戒(PV)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**场景定义**：利用AI处理不良事件(AE)报告、信号检测、风险获益评估</a:t>
            </a:r>
          </a:p>
          <a:p/>
          <a:p>
            <a:r>
              <a:t>**业务背景**：BMS产品线丰富（特别是肿瘤免疫治疗），AE报告量年增长20%+</a:t>
            </a:r>
          </a:p>
          <a:p/>
          <a:p>
            <a:r>
              <a:t>**AI解决方案架构**：</a:t>
            </a:r>
          </a:p>
          <a:p>
            <a:r>
              <a:t>• **intake自动化**：邮件/传真/语音AE报告自动提取关键字段（患者信息、事件描述、药物信息），录入PV系统</a:t>
            </a:r>
          </a:p>
          <a:p>
            <a:r>
              <a:t>• **MedDRA自动编码**：将描述性症状映射至标准医学术语，编码准确率目标&gt;92%</a:t>
            </a:r>
          </a:p>
          <a:p>
            <a:r>
              <a:t>• **信号检测与优先级排序**：机器学习识别异常信号模式，自动计算PRR/ROR统计量</a:t>
            </a:r>
          </a:p>
          <a:p>
            <a:r>
              <a:t>• **个例安全报告(ICSR)质量评估**：自动检查完整性、一致性、医学合理性</a:t>
            </a:r>
          </a:p>
          <a:p/>
          <a:p>
            <a:r>
              <a:t>**监管科技(RegTech)价值**：</a:t>
            </a:r>
          </a:p>
          <a:p>
            <a:r>
              <a:t>• 满足NMPA、FDA、EMA对PV的严格要求</a:t>
            </a:r>
          </a:p>
          <a:p>
            <a:r>
              <a:t>• 快速响应监管查询，自动生成标准化回复</a:t>
            </a:r>
          </a:p>
          <a:p/>
          <a:p>
            <a:r>
              <a:t>**预期成效**：ICSR处理成本降低50%，信号检测敏感性提升35%，合规检查通过率100%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技术架构与数据战略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**总体架构**："1+3+N"架构（1个统一AI平台，3层能力，N个业务应用）</a:t>
            </a:r>
          </a:p>
          <a:p/>
          <a:p>
            <a:r>
              <a:t>**基础设施层**：</a:t>
            </a:r>
          </a:p>
          <a:p>
            <a:r>
              <a:t>• 混合云架构：敏感数据本地部署，计算密集型任务云端弹性扩展</a:t>
            </a:r>
          </a:p>
          <a:p>
            <a:r>
              <a:t>• 数据湖：统一存储结构化+非结构化数据，支持实时与批量处理</a:t>
            </a:r>
          </a:p>
          <a:p/>
          <a:p>
            <a:r>
              <a:t>**AI能力层**：</a:t>
            </a:r>
          </a:p>
          <a:p>
            <a:r>
              <a:t>• 基础模型：对接国内外合规大模型（如华为盘古、文心一言医药版、Azure OpenAI合规通道）</a:t>
            </a:r>
          </a:p>
          <a:p>
            <a:r>
              <a:t>• 垂直模型：基于BMS私有数据微调（医学NLP、合规审核、药物警戒专用模型）</a:t>
            </a:r>
          </a:p>
          <a:p>
            <a:r>
              <a:t>• MLOps平台：模型训练、部署、监控、版本管理全生命周期</a:t>
            </a:r>
          </a:p>
          <a:p/>
          <a:p>
            <a:r>
              <a:t>**应用层**：API网关统一对外提供AI能力，支持业务系统快速集成</a:t>
            </a:r>
          </a:p>
          <a:p/>
          <a:p>
            <a:r>
              <a:t>**数据治理**：建立数据质量评分卡，设立数据治理委员会（医学、法规、IT联合治理）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实施路线图（2025-2028）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**Phase 1: 速赢阶段（2025 Q1-Q3）** — 投资2000万</a:t>
            </a:r>
          </a:p>
          <a:p>
            <a:r>
              <a:t>• 成立AI CoE（卓越中心），招募首席AI官</a:t>
            </a:r>
          </a:p>
          <a:p>
            <a:r>
              <a:t>• 采购AI基础设施（云资源、开发平台）</a:t>
            </a:r>
          </a:p>
          <a:p>
            <a:r>
              <a:t>• 上线试点：医学材料合规审核（1个产品）、代表智能问答助手（1个区域）</a:t>
            </a:r>
          </a:p>
          <a:p>
            <a:r>
              <a:t>• 建立AI治理政策与伦理审查委员会</a:t>
            </a:r>
          </a:p>
          <a:p/>
          <a:p>
            <a:r>
              <a:t>**Phase 2: 扩展阶段（2025 Q4-2026 Q4）** — 投资4000万</a:t>
            </a:r>
          </a:p>
          <a:p>
            <a:r>
              <a:t>• 推广至全部产品线与全部MR</a:t>
            </a:r>
          </a:p>
          <a:p>
            <a:r>
              <a:t>• 上线临床试验智能招募、PV自动化处理</a:t>
            </a:r>
          </a:p>
          <a:p>
            <a:r>
              <a:t>• 建立统一数据湖，打通医学-销售-市场数据</a:t>
            </a:r>
          </a:p>
          <a:p>
            <a:r>
              <a:t>• 开发内部AI培训认证体系</a:t>
            </a:r>
          </a:p>
          <a:p/>
          <a:p>
            <a:r>
              <a:t>**Phase 3: 深化阶段（2027-2028）** — 投资4000万</a:t>
            </a:r>
          </a:p>
          <a:p>
            <a:r>
              <a:t>• 部署预测性分析（需求预测、患者流失预警）</a:t>
            </a:r>
          </a:p>
          <a:p>
            <a:r>
              <a:t>• 探索生成式AI在患者教育、个性化医学内容生成</a:t>
            </a:r>
          </a:p>
          <a:p>
            <a:r>
              <a:t>• 建立AI创新实验室，探索数字疗法(AI+药物)</a:t>
            </a:r>
          </a:p>
          <a:p>
            <a:r>
              <a:t>• 向BMS全球输出中国AI最佳实践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组织能力与文化变革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**组织架构设计**：</a:t>
            </a:r>
          </a:p>
          <a:p>
            <a:r>
              <a:t>• **AI战略委员会**：由总经理挂帅，医学、法规、商业、IT负责人组成，季度决策重大事项</a:t>
            </a:r>
          </a:p>
          <a:p>
            <a:r>
              <a:t>• **AI卓越中心(AI CoE)**：10-15人核心团队（数据科学家、AI工程师、业务翻译官）</a:t>
            </a:r>
          </a:p>
          <a:p>
            <a:r>
              <a:t>• **业务嵌入式AI专员**：各职能部门指定AI Champion，负责需求挖掘与变革管理</a:t>
            </a:r>
          </a:p>
          <a:p/>
          <a:p>
            <a:r>
              <a:t>**人才战略**：</a:t>
            </a:r>
          </a:p>
          <a:p>
            <a:r>
              <a:t>• 招募：首席AI官（CAIO）、医药AI算法专家、医学信息学专家</a:t>
            </a:r>
          </a:p>
          <a:p>
            <a:r>
              <a:t>• 培养：现有员工AI素养培训（MR、医学顾问、合规专员分级认证）</a:t>
            </a:r>
          </a:p>
          <a:p>
            <a:r>
              <a:t>• 合作：与清华、北大医学部建立联合研究实验室</a:t>
            </a:r>
          </a:p>
          <a:p/>
          <a:p>
            <a:r>
              <a:t>**文化变革管理**：</a:t>
            </a:r>
          </a:p>
          <a:p>
            <a:r>
              <a:t>• 高层示范：管理层率先使用AI工具，分享使用体验</a:t>
            </a:r>
          </a:p>
          <a:p>
            <a:r>
              <a:t>• 激励机制：设立AI创新奖，将AI工具使用率纳入绩效考核（10%权重）</a:t>
            </a:r>
          </a:p>
          <a:p>
            <a:r>
              <a:t>• 变革沟通：月度AI通讯、季度AI成果展示会、年度AI创新峰会</a:t>
            </a:r>
          </a:p>
          <a:p/>
          <a:p>
            <a:r>
              <a:t>**风险应对**：建立"AI恐慌症"疏导机制，强调AI是增强而非替代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投资估算与ROI分析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**总投资预算**：3年合计10,000万人民币</a:t>
            </a:r>
          </a:p>
          <a:p>
            <a:r>
              <a:t>• 基础设施（云、算力）：25%（2500万）</a:t>
            </a:r>
          </a:p>
          <a:p>
            <a:r>
              <a:t>• 软件许可与工具：20%（2000万）</a:t>
            </a:r>
          </a:p>
          <a:p>
            <a:r>
              <a:t>• 外部咨询与系统集成：25%（2500万）</a:t>
            </a:r>
          </a:p>
          <a:p>
            <a:r>
              <a:t>• 内部团队建设：20%（2000万）</a:t>
            </a:r>
          </a:p>
          <a:p>
            <a:r>
              <a:t>• 变革管理与培训：10%（1000万）</a:t>
            </a:r>
          </a:p>
          <a:p/>
          <a:p>
            <a:r>
              <a:t>**分年投资节奏**：2025年2500万，2026年4000万，2027-2028年3500万</a:t>
            </a:r>
          </a:p>
          <a:p/>
          <a:p>
            <a:r>
              <a:t>**收益测算（保守/乐观两种情景）**：</a:t>
            </a:r>
          </a:p>
          <a:p>
            <a:r>
              <a:t>• **成本节约项**：合规审核人力节约1500万/年、PV处理成本节约800万/年、销售效率提升带来管理成本优化1200万/年</a:t>
            </a:r>
          </a:p>
          <a:p>
            <a:r>
              <a:t>• **收入提升项**：临床试验加速带来产品提前上市收益（NPV计算）、销售转化率提升带来的增量收入</a:t>
            </a:r>
          </a:p>
          <a:p>
            <a:r>
              <a:t>• **ROI**：保守情景3年累计2.5亿元（250% ROI），乐观情景3.8亿元（380% ROI）</a:t>
            </a:r>
          </a:p>
          <a:p>
            <a:r>
              <a:t>• **投资回收期**：18-24个月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风险管控与AI治理框架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**合规与法律风险**：</a:t>
            </a:r>
          </a:p>
          <a:p>
            <a:r>
              <a:t>• 数据隐私：《个人信息保护法》《数据安全法》合规，患者数据脱敏与授权管理</a:t>
            </a:r>
          </a:p>
          <a:p>
            <a:r>
              <a:t>• 行业监管：与NMPA保持沟通，确保AI应用符合《药品管理法》《医药代表备案管理办法》</a:t>
            </a:r>
          </a:p>
          <a:p>
            <a:r>
              <a:t>• 算法备案：涉及深度学习的医疗决策支持系统需进行算法备案与安全评估</a:t>
            </a:r>
          </a:p>
          <a:p/>
          <a:p>
            <a:r>
              <a:t>**技术风险**：</a:t>
            </a:r>
          </a:p>
          <a:p>
            <a:r>
              <a:t>• 模型幻觉：建立"人在回路"(Human-in-the-loop)机制，关键决策必须人工确认</a:t>
            </a:r>
          </a:p>
          <a:p>
            <a:r>
              <a:t>• 数据安全：零信任架构，端到端加密，严格访问控制（基于角色的权限RBAC）</a:t>
            </a:r>
          </a:p>
          <a:p>
            <a:r>
              <a:t>• 供应商锁定：采用多云策略，核心算法自主可控</a:t>
            </a:r>
          </a:p>
          <a:p/>
          <a:p>
            <a:r>
              <a:t>**业务风险**：</a:t>
            </a:r>
          </a:p>
          <a:p>
            <a:r>
              <a:t>• 用户接受度：渐进式推广，从"可选"到"默认"再到"强制"的过渡策略</a:t>
            </a:r>
          </a:p>
          <a:p>
            <a:r>
              <a:t>• 变革阻力：识别关键阻力点（通常是中层管理者），一对一沟通辅导</a:t>
            </a:r>
          </a:p>
          <a:p/>
          <a:p>
            <a:r>
              <a:t>**治理机制**：建立AI伦理审查委员会，所有AI应用上线前必须通过伦理审查（公平性、透明性、可解释性）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下一步行动计划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**立即行动（未来30天）**：</a:t>
            </a:r>
          </a:p>
          <a:p>
            <a:r>
              <a:t>• 组建AI战略工作组，明确项目负责人与核心团队</a:t>
            </a:r>
          </a:p>
          <a:p>
            <a:r>
              <a:t>• 启动RFP流程，邀请3-5家顶级咨询公司与技术供应商进行方案交流</a:t>
            </a:r>
          </a:p>
          <a:p>
            <a:r>
              <a:t>• 开展现状深度诊断（数据资产盘点、业务流程AI就绪度评估）</a:t>
            </a:r>
          </a:p>
          <a:p/>
          <a:p>
            <a:r>
              <a:t>**短期里程碑（未来90天）**：</a:t>
            </a:r>
          </a:p>
          <a:p>
            <a:r>
              <a:t>• 完成AI战略详细设计与场景优先级排序</a:t>
            </a:r>
          </a:p>
          <a:p>
            <a:r>
              <a:t>• 确定技术架构方案与核心供应商</a:t>
            </a:r>
          </a:p>
          <a:p>
            <a:r>
              <a:t>• 获得管理层正式预算批准与资源承诺</a:t>
            </a:r>
          </a:p>
          <a:p/>
          <a:p>
            <a:r>
              <a:t>**中期目标（未来6个月）**：</a:t>
            </a:r>
          </a:p>
          <a:p>
            <a:r>
              <a:t>• 完成AI CoE组建与首批关键人才招聘</a:t>
            </a:r>
          </a:p>
          <a:p>
            <a:r>
              <a:t>• 启动第一个MVP项目（建议：医学材料合规审核）</a:t>
            </a:r>
          </a:p>
          <a:p>
            <a:r>
              <a:t>• 建立数据治理框架与AI治理政策</a:t>
            </a:r>
          </a:p>
          <a:p/>
          <a:p>
            <a:r>
              <a:t>**KPMG支持建议**：</a:t>
            </a:r>
          </a:p>
          <a:p>
            <a:r>
              <a:t>• 提供AI战略顶层设计服务（8-10周）</a:t>
            </a:r>
          </a:p>
          <a:p>
            <a:r>
              <a:t>• 提供POC试点开发与验证服务</a:t>
            </a:r>
          </a:p>
          <a:p>
            <a:r>
              <a:t>• 提供AI治理与合规咨询服务</a:t>
            </a:r>
          </a:p>
          <a:p>
            <a:r>
              <a:t>• 提供变革管理与培训服务</a:t>
            </a:r>
          </a:p>
          <a:p/>
          <a:p>
            <a:r>
              <a:t>**联系方式**：项目组邮箱、项目启动会安排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