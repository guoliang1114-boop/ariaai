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BMS中国 AI战略转型报告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以AI驱动医药商业化创新与运营卓越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BMS中国 AI战略转型报告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执行摘要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核心结论：</a:t>
            </a:r>
          </a:p>
          <a:p>
            <a:r>
              <a:t>1. BMS中国处于AI导入关键窗口期，中级数字化基础具备快速升级条件</a:t>
            </a:r>
          </a:p>
          <a:p>
            <a:r>
              <a:t>2. 医药行业AI价值集中于三大领域：智能商业化（MSL/销售赋能）、研发运营提效、合规风控自动化</a:t>
            </a:r>
          </a:p>
          <a:p>
            <a:r>
              <a:t>3. 优先落地3个速赢场景，预计12个月内实现ROI转正</a:t>
            </a:r>
          </a:p>
          <a:p>
            <a:r>
              <a:t>4. 建议采用「集中试点 → 规模复制」路径，规避大规模转型风险</a:t>
            </a:r>
          </a:p>
          <a:p>
            <a:r>
              <a:t>5. AI能力建设须与数据治理、组织变革并行推进，缺一不可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当前状态评估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数字化现状（中级水平）：</a:t>
            </a:r>
          </a:p>
          <a:p>
            <a:r>
              <a:t>• 已具备CRM、ERP等核心业务系统，数据积累较为完整</a:t>
            </a:r>
          </a:p>
          <a:p>
            <a:r>
              <a:t>• 部分流程已实现自动化，但AI应用仍处于探索阶段</a:t>
            </a:r>
          </a:p>
          <a:p>
            <a:r>
              <a:t>• 数据孤岛现象存在，跨部门数据共享能力有待提升</a:t>
            </a:r>
          </a:p>
          <a:p/>
          <a:p>
            <a:r>
              <a:t>行业背景压力：</a:t>
            </a:r>
          </a:p>
          <a:p>
            <a:r>
              <a:t>• 集采政策持续推进，商业化效率要求提升</a:t>
            </a:r>
          </a:p>
          <a:p>
            <a:r>
              <a:t>• 跨国药企本土竞争加剧，数字化差异化诉求强烈</a:t>
            </a:r>
          </a:p>
          <a:p>
            <a:r>
              <a:t>• 医疗AI监管框架逐步完善，合规要求同步提高</a:t>
            </a:r>
          </a:p>
          <a:p>
            <a:r>
              <a:t>• 医生与患者数字化触点快速扩张，全渠道运营成刚需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AI成熟度评估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AI机会全景图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商业化领域（高优先）：</a:t>
            </a:r>
          </a:p>
          <a:p>
            <a:r>
              <a:t>• 智能销售代表辅助：AI生成拜访策略、处方预测、医生画像</a:t>
            </a:r>
          </a:p>
          <a:p>
            <a:r>
              <a:t>• MSL学术支持自动化：文献摘要、幻灯生成、学术问答</a:t>
            </a:r>
          </a:p>
          <a:p>
            <a:r>
              <a:t>• 多渠道营销个性化：HCP精准触达、内容智能分发</a:t>
            </a:r>
          </a:p>
          <a:p/>
          <a:p>
            <a:r>
              <a:t>医学与研发支持（中优先）：</a:t>
            </a:r>
          </a:p>
          <a:p>
            <a:r>
              <a:t>• 临床试验数据分析加速、患者招募优化</a:t>
            </a:r>
          </a:p>
          <a:p>
            <a:r>
              <a:t>• 药物安全监测（AI辅助不良事件信号检测）</a:t>
            </a:r>
          </a:p>
          <a:p>
            <a:r>
              <a:t>• 竞品情报自动化追踪</a:t>
            </a:r>
          </a:p>
          <a:p/>
          <a:p>
            <a:r>
              <a:t>运营与合规（基础保障）：</a:t>
            </a:r>
          </a:p>
          <a:p>
            <a:r>
              <a:t>• 合规审查自动化（促销材料AI预审）</a:t>
            </a:r>
          </a:p>
          <a:p>
            <a:r>
              <a:t>• 财务预测与供应链优化</a:t>
            </a:r>
          </a:p>
          <a:p>
            <a:r>
              <a:t>• 内部知识库智能问答（员工AI助手）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AI优先级矩阵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重点场景一：智能销售代表辅助系统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问题：</a:t>
            </a:r>
          </a:p>
          <a:p>
            <a:r>
              <a:t>• 销售代表依赖经验制定拜访计划，效率参差不齐</a:t>
            </a:r>
          </a:p>
          <a:p>
            <a:r>
              <a:t>• 处方数据与CRM割裂，无法实时指导拜访优先级</a:t>
            </a:r>
          </a:p>
          <a:p>
            <a:r>
              <a:t>• 医生偏好与学术需求匹配度低，转化率有待提升</a:t>
            </a:r>
          </a:p>
          <a:p/>
          <a:p>
            <a:r>
              <a:t>解决方案：</a:t>
            </a:r>
          </a:p>
          <a:p>
            <a:r>
              <a:t>• 构建医生处方预测模型，智能排序高潜力HCP</a:t>
            </a:r>
          </a:p>
          <a:p>
            <a:r>
              <a:t>• AI生成个性化拜访话术与学术资料推荐</a:t>
            </a:r>
          </a:p>
          <a:p>
            <a:r>
              <a:t>• 实时拜访反馈分析，持续优化代表行为</a:t>
            </a:r>
          </a:p>
          <a:p/>
          <a:p>
            <a:r>
              <a:t>预期收益：</a:t>
            </a:r>
          </a:p>
          <a:p>
            <a:r>
              <a:t>• 有效拜访率提升25%，人均产出提升20%</a:t>
            </a:r>
          </a:p>
          <a:p>
            <a:r>
              <a:t>• 新代表上手周期缩短30%</a:t>
            </a:r>
          </a:p>
          <a:p>
            <a:r>
              <a:t>• 数据驱动管理，销售主管决策质量显著提升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重点场景二：合规材料AI智能审核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问题：</a:t>
            </a:r>
          </a:p>
          <a:p>
            <a:r>
              <a:t>• 促销材料合规审核流程繁琐，平均周期2-3周</a:t>
            </a:r>
          </a:p>
          <a:p>
            <a:r>
              <a:t>• 人工审核标准不统一，重复退改频繁</a:t>
            </a:r>
          </a:p>
          <a:p>
            <a:r>
              <a:t>• 监管要求持续变化，人工追踪规则更新滞后</a:t>
            </a:r>
          </a:p>
          <a:p/>
          <a:p>
            <a:r>
              <a:t>解决方案：</a:t>
            </a:r>
          </a:p>
          <a:p>
            <a:r>
              <a:t>• 建立合规知识库（NMPA法规、内部SOP、行业准则）</a:t>
            </a:r>
          </a:p>
          <a:p>
            <a:r>
              <a:t>• 部署LLM+规则引擎混合审核系统，自动标注违规风险点</a:t>
            </a:r>
          </a:p>
          <a:p>
            <a:r>
              <a:t>• 生成审核报告与修改建议，减少人工介入</a:t>
            </a:r>
          </a:p>
          <a:p/>
          <a:p>
            <a:r>
              <a:t>预期收益：</a:t>
            </a:r>
          </a:p>
          <a:p>
            <a:r>
              <a:t>• 审核周期从2-3周压缩至3-5个工作日</a:t>
            </a:r>
          </a:p>
          <a:p>
            <a:r>
              <a:t>• 合规违规率下降40%，监管处罚风险显著降低</a:t>
            </a:r>
          </a:p>
          <a:p>
            <a:r>
              <a:t>• 合规团队人力释放，聚焦高价值判断工作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重点场景三：内部AI知识助手（企业GPT）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问题：</a:t>
            </a:r>
          </a:p>
          <a:p>
            <a:r>
              <a:t>• 员工查找内部政策、产品信息、培训资料耗时低效</a:t>
            </a:r>
          </a:p>
          <a:p>
            <a:r>
              <a:t>• 医学信息部门重复答疑负担重，响应时效压力大</a:t>
            </a:r>
          </a:p>
          <a:p>
            <a:r>
              <a:t>• 新员工入职培训依赖人工，知识传承质量不稳定</a:t>
            </a:r>
          </a:p>
          <a:p/>
          <a:p>
            <a:r>
              <a:t>解决方案：</a:t>
            </a:r>
          </a:p>
          <a:p>
            <a:r>
              <a:t>• 基于RAG架构构建企业专属知识问答系统</a:t>
            </a:r>
          </a:p>
          <a:p>
            <a:r>
              <a:t>• 接入产品手册、SOP、监管文件、培训课件等多源文档</a:t>
            </a:r>
          </a:p>
          <a:p>
            <a:r>
              <a:t>• 支持多轮对话、引用溯源、权限分级管理</a:t>
            </a:r>
          </a:p>
          <a:p/>
          <a:p>
            <a:r>
              <a:t>预期收益：</a:t>
            </a:r>
          </a:p>
          <a:p>
            <a:r>
              <a:t>• 员工日常查询效率提升60%，人均节省1小时/天</a:t>
            </a:r>
          </a:p>
          <a:p>
            <a:r>
              <a:t>• 医学信息重复问答减少50%，团队专注高级咨询</a:t>
            </a:r>
          </a:p>
          <a:p>
            <a:r>
              <a:t>• 知识资产数字化沉淀，降低人员流失知识损耗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实施路线图 Phase 1（0–6个月）：筑基与速赢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核心目标：建立AI基础设施，启动3个速赢项目试点</a:t>
            </a:r>
          </a:p>
          <a:p/>
          <a:p>
            <a:r>
              <a:t>关键任务：</a:t>
            </a:r>
          </a:p>
          <a:p>
            <a:r>
              <a:t>• M1-2：AI治理委员会成立，制定数据隐私与AI伦理准则</a:t>
            </a:r>
          </a:p>
          <a:p>
            <a:r>
              <a:t>• M1-3：数据资产盘点，打通CRM/ERP/医药数据核心链路</a:t>
            </a:r>
          </a:p>
          <a:p>
            <a:r>
              <a:t>• M2-4：智能销售辅助系统POC（选定1个区域试点）</a:t>
            </a:r>
          </a:p>
          <a:p>
            <a:r>
              <a:t>• M3-5：合规AI审核工具上线（Beta版，覆盖核心产品线）</a:t>
            </a:r>
          </a:p>
          <a:p>
            <a:r>
              <a:t>• M4-6：企业知识助手内测上线（覆盖医学与销售团队）</a:t>
            </a:r>
          </a:p>
          <a:p/>
          <a:p>
            <a:r>
              <a:t>里程碑：</a:t>
            </a:r>
          </a:p>
          <a:p>
            <a:r>
              <a:t>• 完成AI战略路线图董事会汇报</a:t>
            </a:r>
          </a:p>
          <a:p>
            <a:r>
              <a:t>• 3个速赢项目完成POC验证，输出ROI基线数据</a:t>
            </a:r>
          </a:p>
          <a:p>
            <a:r>
              <a:t>• AI专项团队（4-6人）组建完成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实施路线图 Phase 2–3（6–36个月）：规模化与深化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