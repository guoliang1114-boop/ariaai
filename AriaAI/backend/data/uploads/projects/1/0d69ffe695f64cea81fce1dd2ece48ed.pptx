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6673576" r:id="rId2"/>
    <p:sldId id="16673577" r:id="rId3"/>
    <p:sldId id="16673578" r:id="rId4"/>
    <p:sldId id="16673579" r:id="rId5"/>
    <p:sldId id="16673580" r:id="rId6"/>
    <p:sldId id="16673581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eMay Tsui" initials="ST" lastIdx="5" clrIdx="0"/>
  <p:cmAuthor id="2" name="Hanief Ardiasyah" initials="HA" lastIdx="20" clrIdx="1"/>
  <p:cmAuthor id="3" name="Jo Frackiewicz" initials="JF" lastIdx="13" clrIdx="2"/>
  <p:cmAuthor id="4" name="Nishant Kushwaha" initials="N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C"/>
    <a:srgbClr val="FAE7E8"/>
    <a:srgbClr val="F2A900"/>
    <a:srgbClr val="D0006F"/>
    <a:srgbClr val="008000"/>
    <a:srgbClr val="F4EDE5"/>
    <a:srgbClr val="FEBC43"/>
    <a:srgbClr val="FF7800"/>
    <a:srgbClr val="5F1932"/>
    <a:srgbClr val="0018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7"/>
    <p:restoredTop sz="96250" autoAdjust="0"/>
  </p:normalViewPr>
  <p:slideViewPr>
    <p:cSldViewPr snapToGrid="0" showGuides="1">
      <p:cViewPr varScale="1">
        <p:scale>
          <a:sx n="120" d="100"/>
          <a:sy n="120" d="100"/>
        </p:scale>
        <p:origin x="440" y="192"/>
      </p:cViewPr>
      <p:guideLst>
        <p:guide orient="horz" pos="3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pP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年三级品类新老客会员渗透率</a:t>
            </a:r>
          </a:p>
        </c:rich>
      </c:tx>
      <c:layout>
        <c:manualLayout>
          <c:xMode val="edge"/>
          <c:yMode val="edge"/>
          <c:x val="0.38136754155730523"/>
          <c:y val="1.931357396144661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9456692913385826E-2"/>
          <c:y val="0.11625079841651902"/>
          <c:w val="0.9183210848643919"/>
          <c:h val="0.515388602493275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新客会员人数占比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Sheet1!$A$2:$A$31</c:f>
              <c:strCache>
                <c:ptCount val="30"/>
                <c:pt idx="0">
                  <c:v>F&amp;B-Soft Serve</c:v>
                </c:pt>
                <c:pt idx="1">
                  <c:v>Self Treat &amp; Chocolate Case-Bulk-Carre</c:v>
                </c:pt>
                <c:pt idx="2">
                  <c:v>Self Treat &amp; Chocolate Case-Bulk-Praline</c:v>
                </c:pt>
                <c:pt idx="3">
                  <c:v>Self Treat &amp; Chocolate Case-Bulk-Truffle</c:v>
                </c:pt>
                <c:pt idx="4">
                  <c:v>Self Treat &amp; Chocolate Case-Seasonal Bulk</c:v>
                </c:pt>
                <c:pt idx="5">
                  <c:v>Self Treat &amp; Chocolate Case-Bulk-G Cube</c:v>
                </c:pt>
                <c:pt idx="6">
                  <c:v>Self Treat &amp; Chocolate Case-Pearls</c:v>
                </c:pt>
                <c:pt idx="7">
                  <c:v>Gifting-Seasonal Gifting</c:v>
                </c:pt>
                <c:pt idx="8">
                  <c:v>Gifting-Core and Innovation Gifting</c:v>
                </c:pt>
                <c:pt idx="9">
                  <c:v>Self Treat &amp; Chocolate Case-Tablet</c:v>
                </c:pt>
                <c:pt idx="10">
                  <c:v>F&amp;B-Pastry</c:v>
                </c:pt>
                <c:pt idx="11">
                  <c:v>Self Treat &amp; Chocolate Case-FMC</c:v>
                </c:pt>
                <c:pt idx="12">
                  <c:v>F&amp;B-Shake</c:v>
                </c:pt>
                <c:pt idx="13">
                  <c:v>F&amp;B-Chocolate</c:v>
                </c:pt>
                <c:pt idx="14">
                  <c:v>Gifting-Other Gifting</c:v>
                </c:pt>
                <c:pt idx="15">
                  <c:v>Self Treat &amp; Chocolate Case-G Cube</c:v>
                </c:pt>
                <c:pt idx="16">
                  <c:v>Self Treat &amp; Chocolate Case-G Pearls</c:v>
                </c:pt>
                <c:pt idx="17">
                  <c:v>Self Treat &amp; Chocolate Case-Kids Collection</c:v>
                </c:pt>
                <c:pt idx="18">
                  <c:v>F&amp;B-CIC</c:v>
                </c:pt>
                <c:pt idx="19">
                  <c:v>Emerging-Biscuits</c:v>
                </c:pt>
                <c:pt idx="20">
                  <c:v>F&amp;B-Tea</c:v>
                </c:pt>
                <c:pt idx="21">
                  <c:v>Gifting-Tarte</c:v>
                </c:pt>
                <c:pt idx="22">
                  <c:v>Self Treat &amp; Chocolate Case-Van Tin</c:v>
                </c:pt>
                <c:pt idx="23">
                  <c:v>Emerging-Cookies and Others</c:v>
                </c:pt>
                <c:pt idx="24">
                  <c:v>F&amp;B-Dipping</c:v>
                </c:pt>
                <c:pt idx="25">
                  <c:v>Emerging-Packaged Coffee/Cocoa</c:v>
                </c:pt>
                <c:pt idx="26">
                  <c:v>Self Treat &amp; Chocolate Case-FDM</c:v>
                </c:pt>
                <c:pt idx="27">
                  <c:v>Self Treat &amp; Chocolate Case-Baton</c:v>
                </c:pt>
                <c:pt idx="28">
                  <c:v>F&amp;B-Bottle Drink</c:v>
                </c:pt>
                <c:pt idx="29">
                  <c:v>F&amp;B-Coffee</c:v>
                </c:pt>
              </c:strCache>
            </c:strRef>
          </c:cat>
          <c:val>
            <c:numRef>
              <c:f>Sheet1!$B$2:$B$31</c:f>
              <c:numCache>
                <c:formatCode>0.0%</c:formatCode>
                <c:ptCount val="30"/>
                <c:pt idx="0">
                  <c:v>0.74873739459929833</c:v>
                </c:pt>
                <c:pt idx="1">
                  <c:v>0.16232671876807164</c:v>
                </c:pt>
                <c:pt idx="2">
                  <c:v>0.12775033182977269</c:v>
                </c:pt>
                <c:pt idx="3">
                  <c:v>0.11315808315296114</c:v>
                </c:pt>
                <c:pt idx="4">
                  <c:v>0.10018780739002803</c:v>
                </c:pt>
                <c:pt idx="5">
                  <c:v>9.371368460475081E-2</c:v>
                </c:pt>
                <c:pt idx="6">
                  <c:v>7.726539222003756E-2</c:v>
                </c:pt>
                <c:pt idx="7">
                  <c:v>5.2723757910215954E-2</c:v>
                </c:pt>
                <c:pt idx="8">
                  <c:v>5.2619114496417339E-2</c:v>
                </c:pt>
                <c:pt idx="9">
                  <c:v>5.228040028859552E-2</c:v>
                </c:pt>
                <c:pt idx="10">
                  <c:v>4.7587969311942015E-2</c:v>
                </c:pt>
                <c:pt idx="11">
                  <c:v>4.4294455551333101E-2</c:v>
                </c:pt>
                <c:pt idx="12">
                  <c:v>4.1135876719043452E-2</c:v>
                </c:pt>
                <c:pt idx="13">
                  <c:v>3.5584268239622401E-2</c:v>
                </c:pt>
                <c:pt idx="14">
                  <c:v>2.6772191288160423E-2</c:v>
                </c:pt>
                <c:pt idx="15">
                  <c:v>2.3522737912308821E-2</c:v>
                </c:pt>
                <c:pt idx="16">
                  <c:v>2.3043581228073075E-2</c:v>
                </c:pt>
                <c:pt idx="17">
                  <c:v>1.1403378330001266E-2</c:v>
                </c:pt>
                <c:pt idx="18">
                  <c:v>7.2506870666248094E-3</c:v>
                </c:pt>
                <c:pt idx="19">
                  <c:v>5.0972357616112882E-3</c:v>
                </c:pt>
                <c:pt idx="20">
                  <c:v>5.0008536699546729E-3</c:v>
                </c:pt>
                <c:pt idx="21">
                  <c:v>3.8332534738859609E-3</c:v>
                </c:pt>
                <c:pt idx="22">
                  <c:v>2.3517230364214154E-3</c:v>
                </c:pt>
                <c:pt idx="23">
                  <c:v>2.1699739492975121E-3</c:v>
                </c:pt>
                <c:pt idx="24">
                  <c:v>2.1699739492975121E-3</c:v>
                </c:pt>
                <c:pt idx="25">
                  <c:v>2.1534513050135212E-3</c:v>
                </c:pt>
                <c:pt idx="26">
                  <c:v>5.8655387208168797E-4</c:v>
                </c:pt>
                <c:pt idx="27">
                  <c:v>1.2391983212993408E-4</c:v>
                </c:pt>
                <c:pt idx="28">
                  <c:v>2.2030192378654945E-5</c:v>
                </c:pt>
                <c:pt idx="29">
                  <c:v>2.7537740473318681E-6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BA-E648-9A2F-EC85204174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老客会员人数占比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Sheet1!$A$2:$A$31</c:f>
              <c:strCache>
                <c:ptCount val="30"/>
                <c:pt idx="0">
                  <c:v>F&amp;B-Soft Serve</c:v>
                </c:pt>
                <c:pt idx="1">
                  <c:v>Self Treat &amp; Chocolate Case-Bulk-Carre</c:v>
                </c:pt>
                <c:pt idx="2">
                  <c:v>Self Treat &amp; Chocolate Case-Bulk-Praline</c:v>
                </c:pt>
                <c:pt idx="3">
                  <c:v>Self Treat &amp; Chocolate Case-Bulk-Truffle</c:v>
                </c:pt>
                <c:pt idx="4">
                  <c:v>Self Treat &amp; Chocolate Case-Seasonal Bulk</c:v>
                </c:pt>
                <c:pt idx="5">
                  <c:v>Self Treat &amp; Chocolate Case-Bulk-G Cube</c:v>
                </c:pt>
                <c:pt idx="6">
                  <c:v>Self Treat &amp; Chocolate Case-Pearls</c:v>
                </c:pt>
                <c:pt idx="7">
                  <c:v>Gifting-Seasonal Gifting</c:v>
                </c:pt>
                <c:pt idx="8">
                  <c:v>Gifting-Core and Innovation Gifting</c:v>
                </c:pt>
                <c:pt idx="9">
                  <c:v>Self Treat &amp; Chocolate Case-Tablet</c:v>
                </c:pt>
                <c:pt idx="10">
                  <c:v>F&amp;B-Pastry</c:v>
                </c:pt>
                <c:pt idx="11">
                  <c:v>Self Treat &amp; Chocolate Case-FMC</c:v>
                </c:pt>
                <c:pt idx="12">
                  <c:v>F&amp;B-Shake</c:v>
                </c:pt>
                <c:pt idx="13">
                  <c:v>F&amp;B-Chocolate</c:v>
                </c:pt>
                <c:pt idx="14">
                  <c:v>Gifting-Other Gifting</c:v>
                </c:pt>
                <c:pt idx="15">
                  <c:v>Self Treat &amp; Chocolate Case-G Cube</c:v>
                </c:pt>
                <c:pt idx="16">
                  <c:v>Self Treat &amp; Chocolate Case-G Pearls</c:v>
                </c:pt>
                <c:pt idx="17">
                  <c:v>Self Treat &amp; Chocolate Case-Kids Collection</c:v>
                </c:pt>
                <c:pt idx="18">
                  <c:v>F&amp;B-CIC</c:v>
                </c:pt>
                <c:pt idx="19">
                  <c:v>Emerging-Biscuits</c:v>
                </c:pt>
                <c:pt idx="20">
                  <c:v>F&amp;B-Tea</c:v>
                </c:pt>
                <c:pt idx="21">
                  <c:v>Gifting-Tarte</c:v>
                </c:pt>
                <c:pt idx="22">
                  <c:v>Self Treat &amp; Chocolate Case-Van Tin</c:v>
                </c:pt>
                <c:pt idx="23">
                  <c:v>Emerging-Cookies and Others</c:v>
                </c:pt>
                <c:pt idx="24">
                  <c:v>F&amp;B-Dipping</c:v>
                </c:pt>
                <c:pt idx="25">
                  <c:v>Emerging-Packaged Coffee/Cocoa</c:v>
                </c:pt>
                <c:pt idx="26">
                  <c:v>Self Treat &amp; Chocolate Case-FDM</c:v>
                </c:pt>
                <c:pt idx="27">
                  <c:v>Self Treat &amp; Chocolate Case-Baton</c:v>
                </c:pt>
                <c:pt idx="28">
                  <c:v>F&amp;B-Bottle Drink</c:v>
                </c:pt>
                <c:pt idx="29">
                  <c:v>F&amp;B-Coffee</c:v>
                </c:pt>
              </c:strCache>
            </c:strRef>
          </c:cat>
          <c:val>
            <c:numRef>
              <c:f>Sheet1!$C$2:$C$31</c:f>
              <c:numCache>
                <c:formatCode>0.0%</c:formatCode>
                <c:ptCount val="30"/>
                <c:pt idx="0">
                  <c:v>0.78695650090333591</c:v>
                </c:pt>
                <c:pt idx="1">
                  <c:v>0.16427773864121031</c:v>
                </c:pt>
                <c:pt idx="2">
                  <c:v>0.13294132869445202</c:v>
                </c:pt>
                <c:pt idx="3">
                  <c:v>0.10989068917099165</c:v>
                </c:pt>
                <c:pt idx="4">
                  <c:v>0.10723099999520777</c:v>
                </c:pt>
                <c:pt idx="5">
                  <c:v>0.1319109986533826</c:v>
                </c:pt>
                <c:pt idx="6">
                  <c:v>0.12745901442941282</c:v>
                </c:pt>
                <c:pt idx="7">
                  <c:v>7.4835506610885075E-2</c:v>
                </c:pt>
                <c:pt idx="8">
                  <c:v>7.284673001998361E-2</c:v>
                </c:pt>
                <c:pt idx="9">
                  <c:v>6.5620043034250092E-2</c:v>
                </c:pt>
                <c:pt idx="10">
                  <c:v>5.3696967954339606E-2</c:v>
                </c:pt>
                <c:pt idx="11">
                  <c:v>5.5728874639983515E-2</c:v>
                </c:pt>
                <c:pt idx="12">
                  <c:v>5.5527600864518786E-2</c:v>
                </c:pt>
                <c:pt idx="13">
                  <c:v>4.7467065380431397E-2</c:v>
                </c:pt>
                <c:pt idx="14">
                  <c:v>4.4208347111002487E-2</c:v>
                </c:pt>
                <c:pt idx="15">
                  <c:v>2.7857248970868016E-2</c:v>
                </c:pt>
                <c:pt idx="16">
                  <c:v>3.7154180504238729E-2</c:v>
                </c:pt>
                <c:pt idx="17">
                  <c:v>1.7319129155464824E-2</c:v>
                </c:pt>
                <c:pt idx="18">
                  <c:v>1.423772349775484E-2</c:v>
                </c:pt>
                <c:pt idx="19">
                  <c:v>1.3494927421635014E-2</c:v>
                </c:pt>
                <c:pt idx="20">
                  <c:v>4.5094910169597114E-3</c:v>
                </c:pt>
                <c:pt idx="21">
                  <c:v>9.1867101801400286E-3</c:v>
                </c:pt>
                <c:pt idx="22">
                  <c:v>5.0270521538690093E-3</c:v>
                </c:pt>
                <c:pt idx="23">
                  <c:v>5.6117045492665484E-3</c:v>
                </c:pt>
                <c:pt idx="24">
                  <c:v>3.3066405969205113E-3</c:v>
                </c:pt>
                <c:pt idx="25">
                  <c:v>6.1628113154199677E-3</c:v>
                </c:pt>
                <c:pt idx="26">
                  <c:v>8.8656305859462984E-4</c:v>
                </c:pt>
                <c:pt idx="27">
                  <c:v>2.5878056845464871E-4</c:v>
                </c:pt>
                <c:pt idx="28">
                  <c:v>7.1883491237402416E-5</c:v>
                </c:pt>
                <c:pt idx="29">
                  <c:v>4.792232749160161E-6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BA-E648-9A2F-EC85204174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8"/>
        <c:axId val="1709465024"/>
        <c:axId val="1709465472"/>
      </c:barChart>
      <c:catAx>
        <c:axId val="1709465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709465472"/>
        <c:crosses val="autoZero"/>
        <c:auto val="1"/>
        <c:lblAlgn val="ctr"/>
        <c:lblOffset val="100"/>
        <c:noMultiLvlLbl val="0"/>
      </c:catAx>
      <c:valAx>
        <c:axId val="1709465472"/>
        <c:scaling>
          <c:orientation val="minMax"/>
          <c:max val="0.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9465024"/>
        <c:crosses val="autoZero"/>
        <c:crossBetween val="between"/>
        <c:majorUnit val="0.15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28885389326334"/>
          <c:y val="0.95278462416560838"/>
          <c:w val="0.26977847769028873"/>
          <c:h val="4.72152855714857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pP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年不同品类新老会员客单价对比</a:t>
            </a:r>
          </a:p>
        </c:rich>
      </c:tx>
      <c:layout>
        <c:manualLayout>
          <c:xMode val="edge"/>
          <c:yMode val="edge"/>
          <c:x val="0.3813675415573052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200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9456692913385826E-2"/>
          <c:y val="0.11376758318896575"/>
          <c:w val="0.9183210848643919"/>
          <c:h val="0.517871793768795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新客会员人数占比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Sheet1!$A$2:$A$31</c:f>
              <c:strCache>
                <c:ptCount val="30"/>
                <c:pt idx="0">
                  <c:v>F&amp;B-Soft Serve</c:v>
                </c:pt>
                <c:pt idx="1">
                  <c:v>Self Treat &amp; Chocolate Case-Bulk-Carre</c:v>
                </c:pt>
                <c:pt idx="2">
                  <c:v>Self Treat &amp; Chocolate Case-Bulk-Praline</c:v>
                </c:pt>
                <c:pt idx="3">
                  <c:v>Self Treat &amp; Chocolate Case-Bulk-Truffle</c:v>
                </c:pt>
                <c:pt idx="4">
                  <c:v>Self Treat &amp; Chocolate Case-Seasonal Bulk</c:v>
                </c:pt>
                <c:pt idx="5">
                  <c:v>Self Treat &amp; Chocolate Case-Bulk-G Cube</c:v>
                </c:pt>
                <c:pt idx="6">
                  <c:v>Self Treat &amp; Chocolate Case-Pearls</c:v>
                </c:pt>
                <c:pt idx="7">
                  <c:v>Gifting-Seasonal Gifting</c:v>
                </c:pt>
                <c:pt idx="8">
                  <c:v>Gifting-Core and Innovation Gifting</c:v>
                </c:pt>
                <c:pt idx="9">
                  <c:v>Self Treat &amp; Chocolate Case-Tablet</c:v>
                </c:pt>
                <c:pt idx="10">
                  <c:v>F&amp;B-Pastry</c:v>
                </c:pt>
                <c:pt idx="11">
                  <c:v>Self Treat &amp; Chocolate Case-FMC</c:v>
                </c:pt>
                <c:pt idx="12">
                  <c:v>F&amp;B-Shake</c:v>
                </c:pt>
                <c:pt idx="13">
                  <c:v>F&amp;B-Chocolate</c:v>
                </c:pt>
                <c:pt idx="14">
                  <c:v>Gifting-Other Gifting</c:v>
                </c:pt>
                <c:pt idx="15">
                  <c:v>Self Treat &amp; Chocolate Case-G Cube</c:v>
                </c:pt>
                <c:pt idx="16">
                  <c:v>Self Treat &amp; Chocolate Case-G Pearls</c:v>
                </c:pt>
                <c:pt idx="17">
                  <c:v>Self Treat &amp; Chocolate Case-Kids Collection</c:v>
                </c:pt>
                <c:pt idx="18">
                  <c:v>F&amp;B-CIC</c:v>
                </c:pt>
                <c:pt idx="19">
                  <c:v>Emerging-Biscuits</c:v>
                </c:pt>
                <c:pt idx="20">
                  <c:v>F&amp;B-Tea</c:v>
                </c:pt>
                <c:pt idx="21">
                  <c:v>Gifting-Tarte</c:v>
                </c:pt>
                <c:pt idx="22">
                  <c:v>Self Treat &amp; Chocolate Case-Van Tin</c:v>
                </c:pt>
                <c:pt idx="23">
                  <c:v>Emerging-Cookies and Others</c:v>
                </c:pt>
                <c:pt idx="24">
                  <c:v>F&amp;B-Dipping</c:v>
                </c:pt>
                <c:pt idx="25">
                  <c:v>Emerging-Packaged Coffee/Cocoa</c:v>
                </c:pt>
                <c:pt idx="26">
                  <c:v>Self Treat &amp; Chocolate Case-FDM</c:v>
                </c:pt>
                <c:pt idx="27">
                  <c:v>Self Treat &amp; Chocolate Case-Baton</c:v>
                </c:pt>
                <c:pt idx="28">
                  <c:v>F&amp;B-Bottle Drink</c:v>
                </c:pt>
                <c:pt idx="29">
                  <c:v>F&amp;B-Coffee</c:v>
                </c:pt>
              </c:strCache>
            </c:strRef>
          </c:cat>
          <c:val>
            <c:numRef>
              <c:f>Sheet1!$B$2:$B$31</c:f>
              <c:numCache>
                <c:formatCode>_ * #,##0_ ;_ * \-#,##0_ ;_ * "-"??_ ;_ @_ </c:formatCode>
                <c:ptCount val="30"/>
                <c:pt idx="0">
                  <c:v>124.10359266942201</c:v>
                </c:pt>
                <c:pt idx="1">
                  <c:v>40.365058019668517</c:v>
                </c:pt>
                <c:pt idx="2">
                  <c:v>69.783686490914192</c:v>
                </c:pt>
                <c:pt idx="3">
                  <c:v>85.863004964432733</c:v>
                </c:pt>
                <c:pt idx="4">
                  <c:v>52.195114342131269</c:v>
                </c:pt>
                <c:pt idx="5">
                  <c:v>72.197670280032909</c:v>
                </c:pt>
                <c:pt idx="6">
                  <c:v>74.138108358696272</c:v>
                </c:pt>
                <c:pt idx="7">
                  <c:v>492.57418684449334</c:v>
                </c:pt>
                <c:pt idx="8">
                  <c:v>437.94803514030667</c:v>
                </c:pt>
                <c:pt idx="9">
                  <c:v>97.446840883887276</c:v>
                </c:pt>
                <c:pt idx="10">
                  <c:v>100.43975869341531</c:v>
                </c:pt>
                <c:pt idx="11">
                  <c:v>66.986877846227543</c:v>
                </c:pt>
                <c:pt idx="12">
                  <c:v>58.716492167626186</c:v>
                </c:pt>
                <c:pt idx="13">
                  <c:v>56.955280142215599</c:v>
                </c:pt>
                <c:pt idx="14">
                  <c:v>302.40821848768979</c:v>
                </c:pt>
                <c:pt idx="15">
                  <c:v>87.423531836739869</c:v>
                </c:pt>
                <c:pt idx="16">
                  <c:v>31.331978969045053</c:v>
                </c:pt>
                <c:pt idx="17">
                  <c:v>169.7380841418923</c:v>
                </c:pt>
                <c:pt idx="18">
                  <c:v>78.416635017090769</c:v>
                </c:pt>
                <c:pt idx="19">
                  <c:v>305.1895672031194</c:v>
                </c:pt>
                <c:pt idx="20">
                  <c:v>28.327896475771038</c:v>
                </c:pt>
                <c:pt idx="21">
                  <c:v>142.04561784568824</c:v>
                </c:pt>
                <c:pt idx="22">
                  <c:v>231.1091101331499</c:v>
                </c:pt>
                <c:pt idx="23">
                  <c:v>221.89390865170941</c:v>
                </c:pt>
                <c:pt idx="24">
                  <c:v>49.227398662675633</c:v>
                </c:pt>
                <c:pt idx="25">
                  <c:v>206.73452681129157</c:v>
                </c:pt>
                <c:pt idx="26">
                  <c:v>224.51032893758403</c:v>
                </c:pt>
                <c:pt idx="27">
                  <c:v>60.555555555555557</c:v>
                </c:pt>
                <c:pt idx="28">
                  <c:v>19.5</c:v>
                </c:pt>
                <c:pt idx="2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BA-E648-9A2F-EC85204174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老客会员人数占比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;[Red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Sheet1!$A$2:$A$31</c:f>
              <c:strCache>
                <c:ptCount val="30"/>
                <c:pt idx="0">
                  <c:v>F&amp;B-Soft Serve</c:v>
                </c:pt>
                <c:pt idx="1">
                  <c:v>Self Treat &amp; Chocolate Case-Bulk-Carre</c:v>
                </c:pt>
                <c:pt idx="2">
                  <c:v>Self Treat &amp; Chocolate Case-Bulk-Praline</c:v>
                </c:pt>
                <c:pt idx="3">
                  <c:v>Self Treat &amp; Chocolate Case-Bulk-Truffle</c:v>
                </c:pt>
                <c:pt idx="4">
                  <c:v>Self Treat &amp; Chocolate Case-Seasonal Bulk</c:v>
                </c:pt>
                <c:pt idx="5">
                  <c:v>Self Treat &amp; Chocolate Case-Bulk-G Cube</c:v>
                </c:pt>
                <c:pt idx="6">
                  <c:v>Self Treat &amp; Chocolate Case-Pearls</c:v>
                </c:pt>
                <c:pt idx="7">
                  <c:v>Gifting-Seasonal Gifting</c:v>
                </c:pt>
                <c:pt idx="8">
                  <c:v>Gifting-Core and Innovation Gifting</c:v>
                </c:pt>
                <c:pt idx="9">
                  <c:v>Self Treat &amp; Chocolate Case-Tablet</c:v>
                </c:pt>
                <c:pt idx="10">
                  <c:v>F&amp;B-Pastry</c:v>
                </c:pt>
                <c:pt idx="11">
                  <c:v>Self Treat &amp; Chocolate Case-FMC</c:v>
                </c:pt>
                <c:pt idx="12">
                  <c:v>F&amp;B-Shake</c:v>
                </c:pt>
                <c:pt idx="13">
                  <c:v>F&amp;B-Chocolate</c:v>
                </c:pt>
                <c:pt idx="14">
                  <c:v>Gifting-Other Gifting</c:v>
                </c:pt>
                <c:pt idx="15">
                  <c:v>Self Treat &amp; Chocolate Case-G Cube</c:v>
                </c:pt>
                <c:pt idx="16">
                  <c:v>Self Treat &amp; Chocolate Case-G Pearls</c:v>
                </c:pt>
                <c:pt idx="17">
                  <c:v>Self Treat &amp; Chocolate Case-Kids Collection</c:v>
                </c:pt>
                <c:pt idx="18">
                  <c:v>F&amp;B-CIC</c:v>
                </c:pt>
                <c:pt idx="19">
                  <c:v>Emerging-Biscuits</c:v>
                </c:pt>
                <c:pt idx="20">
                  <c:v>F&amp;B-Tea</c:v>
                </c:pt>
                <c:pt idx="21">
                  <c:v>Gifting-Tarte</c:v>
                </c:pt>
                <c:pt idx="22">
                  <c:v>Self Treat &amp; Chocolate Case-Van Tin</c:v>
                </c:pt>
                <c:pt idx="23">
                  <c:v>Emerging-Cookies and Others</c:v>
                </c:pt>
                <c:pt idx="24">
                  <c:v>F&amp;B-Dipping</c:v>
                </c:pt>
                <c:pt idx="25">
                  <c:v>Emerging-Packaged Coffee/Cocoa</c:v>
                </c:pt>
                <c:pt idx="26">
                  <c:v>Self Treat &amp; Chocolate Case-FDM</c:v>
                </c:pt>
                <c:pt idx="27">
                  <c:v>Self Treat &amp; Chocolate Case-Baton</c:v>
                </c:pt>
                <c:pt idx="28">
                  <c:v>F&amp;B-Bottle Drink</c:v>
                </c:pt>
                <c:pt idx="29">
                  <c:v>F&amp;B-Coffee</c:v>
                </c:pt>
              </c:strCache>
            </c:strRef>
          </c:cat>
          <c:val>
            <c:numRef>
              <c:f>Sheet1!$C$2:$C$31</c:f>
              <c:numCache>
                <c:formatCode>_ * #,##0_ ;_ * \-#,##0_ ;_ * "-"??_ ;_ @_ </c:formatCode>
                <c:ptCount val="30"/>
                <c:pt idx="0">
                  <c:v>166.71572758725148</c:v>
                </c:pt>
                <c:pt idx="1">
                  <c:v>93.719233019492705</c:v>
                </c:pt>
                <c:pt idx="2">
                  <c:v>106.94546447527811</c:v>
                </c:pt>
                <c:pt idx="3">
                  <c:v>144.3854607271048</c:v>
                </c:pt>
                <c:pt idx="4">
                  <c:v>79.78098410014212</c:v>
                </c:pt>
                <c:pt idx="5">
                  <c:v>219.27485537411283</c:v>
                </c:pt>
                <c:pt idx="6">
                  <c:v>107.0730979204196</c:v>
                </c:pt>
                <c:pt idx="7">
                  <c:v>1155.9383617581582</c:v>
                </c:pt>
                <c:pt idx="8">
                  <c:v>1021.8049710580619</c:v>
                </c:pt>
                <c:pt idx="9">
                  <c:v>140.8106097838903</c:v>
                </c:pt>
                <c:pt idx="10">
                  <c:v>157.38251728568051</c:v>
                </c:pt>
                <c:pt idx="11">
                  <c:v>99.283904100257118</c:v>
                </c:pt>
                <c:pt idx="12">
                  <c:v>69.622919651333305</c:v>
                </c:pt>
                <c:pt idx="13">
                  <c:v>72.882811716379095</c:v>
                </c:pt>
                <c:pt idx="14">
                  <c:v>414.49115121021572</c:v>
                </c:pt>
                <c:pt idx="15">
                  <c:v>193.1547707301703</c:v>
                </c:pt>
                <c:pt idx="16">
                  <c:v>35.412833888057399</c:v>
                </c:pt>
                <c:pt idx="17">
                  <c:v>316.56475893262035</c:v>
                </c:pt>
                <c:pt idx="18">
                  <c:v>103.18688993604847</c:v>
                </c:pt>
                <c:pt idx="19">
                  <c:v>562.90497878665133</c:v>
                </c:pt>
                <c:pt idx="20">
                  <c:v>34.617226354941657</c:v>
                </c:pt>
                <c:pt idx="21">
                  <c:v>226.84198184622744</c:v>
                </c:pt>
                <c:pt idx="22">
                  <c:v>284.28545269525165</c:v>
                </c:pt>
                <c:pt idx="23">
                  <c:v>267.70017041370028</c:v>
                </c:pt>
                <c:pt idx="24">
                  <c:v>83.922550559653487</c:v>
                </c:pt>
                <c:pt idx="25">
                  <c:v>259.50643652125353</c:v>
                </c:pt>
                <c:pt idx="26">
                  <c:v>277.14594663671511</c:v>
                </c:pt>
                <c:pt idx="27">
                  <c:v>81.944444444444443</c:v>
                </c:pt>
                <c:pt idx="28">
                  <c:v>25.253333282470667</c:v>
                </c:pt>
                <c:pt idx="29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BA-E648-9A2F-EC85204174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8"/>
        <c:axId val="1709465024"/>
        <c:axId val="1709465472"/>
      </c:barChart>
      <c:catAx>
        <c:axId val="1709465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zh-CN"/>
          </a:p>
        </c:txPr>
        <c:crossAx val="1709465472"/>
        <c:crosses val="autoZero"/>
        <c:auto val="1"/>
        <c:lblAlgn val="ctr"/>
        <c:lblOffset val="100"/>
        <c:noMultiLvlLbl val="0"/>
      </c:catAx>
      <c:valAx>
        <c:axId val="1709465472"/>
        <c:scaling>
          <c:orientation val="minMax"/>
          <c:max val="1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09465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28885389326334"/>
          <c:y val="0.95278462416560838"/>
          <c:w val="0.26977847769028873"/>
          <c:h val="4.72152855714857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7FA5-8394-4937-8DC9-50F7AE17BF05}" type="datetime1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0BEFF-A264-244A-8431-AD2EF59A8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A9F91-0FBE-40C8-95E9-BBE9AAA333B8}" type="datetime1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AE693-A4F8-1346-AA90-C2E2BCD30D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30B05-48AB-3E50-5975-3D851C2C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96946-7222-DD73-5244-B62ACEAD70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86564-3078-2D7A-3F6B-70E554E7AC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386C4F8-A087-70E6-BC52-BAD90592A2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363B6EE-DAAD-8A2D-D13D-2F3A3D01B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19C92-FCFE-320D-74BF-9A582592ED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1D655-EA8D-F499-60DF-07B29B066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75538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FFB2B-7CD3-D49A-1301-29B37732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811FA3-8ED3-D48E-9F81-7FA64F1CCF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D4BBF-38B8-6969-0312-FF858F00D3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9CB928-83FE-BD32-8D51-713189B705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C95F5BB-2011-E858-F42D-2C3AA8208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E786E-2CF9-A28E-DF89-9A276149D7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67390-C7A0-7DBE-1088-DC8741956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9132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734" y="2300088"/>
            <a:ext cx="5760000" cy="179725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5400" spc="-2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734" y="4043466"/>
            <a:ext cx="5760000" cy="597600"/>
          </a:xfrm>
        </p:spPr>
        <p:txBody>
          <a:bodyPr/>
          <a:lstStyle>
            <a:lvl1pPr marL="0" indent="0" algn="l">
              <a:buNone/>
              <a:defRPr sz="3400" b="0" spc="-50" baseline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7734" y="6209589"/>
            <a:ext cx="2564444" cy="381600"/>
          </a:xfrm>
        </p:spPr>
        <p:txBody>
          <a:bodyPr lIns="0" tIns="0" rIns="0" bIns="0" anchor="b" anchorCtr="0"/>
          <a:lstStyle>
            <a:lvl1pPr>
              <a:defRPr sz="22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00 Month 2022</a:t>
            </a:r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000" y="594000"/>
            <a:ext cx="1360800" cy="58197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_red starburst 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18" y="0"/>
            <a:ext cx="121785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734" y="2300088"/>
            <a:ext cx="5760000" cy="179725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5400" spc="-2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734" y="4043466"/>
            <a:ext cx="5760000" cy="597600"/>
          </a:xfrm>
        </p:spPr>
        <p:txBody>
          <a:bodyPr/>
          <a:lstStyle>
            <a:lvl1pPr marL="0" indent="0" algn="l">
              <a:buNone/>
              <a:defRPr sz="3400" b="0" spc="-50" baseline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7734" y="6209589"/>
            <a:ext cx="2564444" cy="381600"/>
          </a:xfrm>
        </p:spPr>
        <p:txBody>
          <a:bodyPr lIns="0" tIns="0" rIns="0" bIns="0" anchor="b" anchorCtr="0"/>
          <a:lstStyle>
            <a:lvl1pPr>
              <a:defRPr sz="220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00 Month 2022</a:t>
            </a:r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000" y="594000"/>
            <a:ext cx="1360800" cy="58197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 _red starburst 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6718" y="0"/>
            <a:ext cx="12178564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734" y="2300088"/>
            <a:ext cx="5760000" cy="179725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5400" spc="-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734" y="4043466"/>
            <a:ext cx="5760000" cy="597600"/>
          </a:xfrm>
        </p:spPr>
        <p:txBody>
          <a:bodyPr/>
          <a:lstStyle>
            <a:lvl1pPr marL="0" indent="0" algn="l">
              <a:buNone/>
              <a:defRPr sz="3400" b="0" spc="-50" baseline="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7734" y="6209589"/>
            <a:ext cx="2564444" cy="381600"/>
          </a:xfrm>
        </p:spPr>
        <p:txBody>
          <a:bodyPr lIns="0" tIns="0" rIns="0" bIns="0" anchor="b" anchorCtr="0"/>
          <a:lstStyle>
            <a:lvl1pPr>
              <a:defRPr sz="2200">
                <a:solidFill>
                  <a:schemeClr val="accent3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GB"/>
              <a:t>00 Month 2022</a:t>
            </a:r>
          </a:p>
        </p:txBody>
      </p:sp>
      <p:pic>
        <p:nvPicPr>
          <p:cNvPr id="12" name="Graphic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000" y="594000"/>
            <a:ext cx="1360800" cy="58197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 slide_re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250" y="1445734"/>
            <a:ext cx="9367200" cy="4819600"/>
          </a:xfrm>
        </p:spPr>
        <p:txBody>
          <a:bodyPr/>
          <a:lstStyle>
            <a:lvl1pPr>
              <a:spcAft>
                <a:spcPts val="1405"/>
              </a:spcAft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597600" y="1047600"/>
            <a:ext cx="10989563" cy="0"/>
          </a:xfrm>
          <a:prstGeom prst="line">
            <a:avLst/>
          </a:prstGeom>
          <a:ln w="1143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(no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mm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92011" y="0"/>
            <a:ext cx="6098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484" y="501185"/>
            <a:ext cx="5194800" cy="720000"/>
          </a:xfrm>
        </p:spPr>
        <p:txBody>
          <a:bodyPr/>
          <a:lstStyle>
            <a:lvl1pPr>
              <a:defRPr sz="5400" spc="-20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7484" y="1727200"/>
            <a:ext cx="4532400" cy="2160000"/>
          </a:xfrm>
        </p:spPr>
        <p:txBody>
          <a:bodyPr/>
          <a:lstStyle>
            <a:lvl1pPr>
              <a:defRPr sz="25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03250" y="4428000"/>
            <a:ext cx="2340000" cy="1837863"/>
          </a:xfrm>
        </p:spPr>
        <p:txBody>
          <a:bodyPr/>
          <a:lstStyle>
            <a:lvl1pPr marL="288290" indent="-288290">
              <a:spcAft>
                <a:spcPts val="200"/>
              </a:spcAft>
              <a:buClr>
                <a:schemeClr val="accent3"/>
              </a:buClr>
              <a:buFont typeface="Wingdings" panose="05000000000000000000" pitchFamily="2" charset="2"/>
              <a:buNone/>
              <a:defRPr sz="126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645600" y="1636533"/>
            <a:ext cx="2197062" cy="1543050"/>
          </a:xfrm>
        </p:spPr>
        <p:txBody>
          <a:bodyPr/>
          <a:lstStyle>
            <a:lvl1pPr>
              <a:spcAft>
                <a:spcPts val="0"/>
              </a:spcAft>
              <a:defRPr sz="5400" spc="-200" baseline="0">
                <a:solidFill>
                  <a:schemeClr val="bg1"/>
                </a:solidFill>
              </a:defRPr>
            </a:lvl1pPr>
            <a:lvl2pPr>
              <a:defRPr sz="126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9453600" y="1636533"/>
            <a:ext cx="2197062" cy="1543050"/>
          </a:xfrm>
        </p:spPr>
        <p:txBody>
          <a:bodyPr/>
          <a:lstStyle>
            <a:lvl1pPr>
              <a:spcAft>
                <a:spcPts val="0"/>
              </a:spcAft>
              <a:defRPr sz="5400" spc="-200" baseline="0">
                <a:solidFill>
                  <a:schemeClr val="bg1"/>
                </a:solidFill>
              </a:defRPr>
            </a:lvl1pPr>
            <a:lvl2pPr>
              <a:defRPr sz="126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6645600" y="3448800"/>
            <a:ext cx="2197062" cy="1543050"/>
          </a:xfrm>
        </p:spPr>
        <p:txBody>
          <a:bodyPr/>
          <a:lstStyle>
            <a:lvl1pPr>
              <a:spcAft>
                <a:spcPts val="0"/>
              </a:spcAft>
              <a:defRPr sz="5400" spc="-200" baseline="0">
                <a:solidFill>
                  <a:schemeClr val="bg1"/>
                </a:solidFill>
              </a:defRPr>
            </a:lvl1pPr>
            <a:lvl2pPr>
              <a:defRPr sz="126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9" hasCustomPrompt="1"/>
          </p:nvPr>
        </p:nvSpPr>
        <p:spPr>
          <a:xfrm>
            <a:off x="9453600" y="3448800"/>
            <a:ext cx="2197062" cy="1543050"/>
          </a:xfrm>
        </p:spPr>
        <p:txBody>
          <a:bodyPr/>
          <a:lstStyle>
            <a:lvl1pPr>
              <a:spcAft>
                <a:spcPts val="0"/>
              </a:spcAft>
              <a:defRPr sz="5400" spc="-200" baseline="0">
                <a:solidFill>
                  <a:schemeClr val="bg1"/>
                </a:solidFill>
              </a:defRPr>
            </a:lvl1pPr>
            <a:lvl2pPr>
              <a:defRPr sz="126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20"/>
          </p:nvPr>
        </p:nvSpPr>
        <p:spPr>
          <a:xfrm>
            <a:off x="3098094" y="4428000"/>
            <a:ext cx="2340000" cy="1837863"/>
          </a:xfrm>
        </p:spPr>
        <p:txBody>
          <a:bodyPr/>
          <a:lstStyle>
            <a:lvl1pPr marL="288290" indent="-288290">
              <a:spcAft>
                <a:spcPts val="200"/>
              </a:spcAft>
              <a:buClr>
                <a:schemeClr val="accent3"/>
              </a:buClr>
              <a:buFont typeface="Wingdings" panose="05000000000000000000" pitchFamily="2" charset="2"/>
              <a:buNone/>
              <a:defRPr sz="126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columns_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8313"/>
            <a:ext cx="60984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20000" y="1440000"/>
            <a:ext cx="4093200" cy="1800000"/>
          </a:xfrm>
        </p:spPr>
        <p:txBody>
          <a:bodyPr/>
          <a:lstStyle>
            <a:lvl1pPr>
              <a:spcAft>
                <a:spcPts val="250"/>
              </a:spcAft>
              <a:defRPr sz="16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Aft>
                <a:spcPts val="650"/>
              </a:spcAft>
              <a:defRPr sz="1600"/>
            </a:lvl2pPr>
            <a:lvl3pPr>
              <a:spcAft>
                <a:spcPts val="650"/>
              </a:spcAft>
              <a:defRPr sz="1600"/>
            </a:lvl3pPr>
            <a:lvl4pPr>
              <a:spcAft>
                <a:spcPts val="650"/>
              </a:spcAft>
              <a:defRPr sz="1600"/>
            </a:lvl4pPr>
            <a:lvl5pPr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3250" y="1408265"/>
            <a:ext cx="5264150" cy="4857597"/>
          </a:xfrm>
        </p:spPr>
        <p:txBody>
          <a:bodyPr/>
          <a:lstStyle>
            <a:lvl1pPr>
              <a:defRPr sz="27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7020000" y="712800"/>
            <a:ext cx="540000" cy="6372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Content Placeholder 3"/>
          <p:cNvSpPr>
            <a:spLocks noGrp="1"/>
          </p:cNvSpPr>
          <p:nvPr>
            <p:ph sz="half" idx="15"/>
          </p:nvPr>
        </p:nvSpPr>
        <p:spPr>
          <a:xfrm>
            <a:off x="7020000" y="4176000"/>
            <a:ext cx="4093200" cy="1800000"/>
          </a:xfrm>
        </p:spPr>
        <p:txBody>
          <a:bodyPr/>
          <a:lstStyle>
            <a:lvl1pPr>
              <a:spcAft>
                <a:spcPts val="250"/>
              </a:spcAft>
              <a:defRPr sz="16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Aft>
                <a:spcPts val="650"/>
              </a:spcAft>
              <a:defRPr sz="1600"/>
            </a:lvl2pPr>
            <a:lvl3pPr>
              <a:spcAft>
                <a:spcPts val="650"/>
              </a:spcAft>
              <a:defRPr sz="1600"/>
            </a:lvl3pPr>
            <a:lvl4pPr>
              <a:spcAft>
                <a:spcPts val="650"/>
              </a:spcAft>
              <a:defRPr sz="1600"/>
            </a:lvl4pPr>
            <a:lvl5pPr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7020000" y="3470400"/>
            <a:ext cx="540000" cy="6372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734" y="2685600"/>
            <a:ext cx="3322800" cy="358026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435820" y="2685600"/>
            <a:ext cx="3322800" cy="358026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8263906" y="2685600"/>
            <a:ext cx="3322800" cy="357463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07483" y="1656000"/>
            <a:ext cx="1080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4435820" y="1656000"/>
            <a:ext cx="1080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8263906" y="1656000"/>
            <a:ext cx="1080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sta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431823"/>
            <a:ext cx="4064400" cy="343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064000" y="3431823"/>
            <a:ext cx="4064400" cy="343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128000" y="3431823"/>
            <a:ext cx="4064400" cy="3430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4400" cy="3430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064000" y="0"/>
            <a:ext cx="4064400" cy="343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8128000" y="0"/>
            <a:ext cx="4064400" cy="343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607734" y="12829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bg1"/>
                </a:solidFill>
              </a:defRPr>
            </a:lvl1pPr>
            <a:lvl2pPr>
              <a:defRPr sz="160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607734" y="44653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accent3"/>
                </a:solidFill>
              </a:defRPr>
            </a:lvl1pPr>
            <a:lvl2pPr>
              <a:defRPr sz="1600" spc="-10" baseline="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4629600" y="12829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accent3"/>
                </a:solidFill>
              </a:defRPr>
            </a:lvl1pPr>
            <a:lvl2pPr>
              <a:defRPr sz="1600" spc="-10" baseline="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9" hasCustomPrompt="1"/>
          </p:nvPr>
        </p:nvSpPr>
        <p:spPr>
          <a:xfrm>
            <a:off x="4629600" y="44653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bg1"/>
                </a:solidFill>
              </a:defRPr>
            </a:lvl1pPr>
            <a:lvl2pPr>
              <a:defRPr sz="1600" spc="-10"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8658000" y="12829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accent3"/>
                </a:solidFill>
              </a:defRPr>
            </a:lvl1pPr>
            <a:lvl2pPr>
              <a:defRPr sz="1600" spc="-10" baseline="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8658000" y="4465332"/>
            <a:ext cx="2520000" cy="1543050"/>
          </a:xfrm>
        </p:spPr>
        <p:txBody>
          <a:bodyPr/>
          <a:lstStyle>
            <a:lvl1pPr>
              <a:spcAft>
                <a:spcPts val="0"/>
              </a:spcAft>
              <a:defRPr sz="7200" spc="-200" baseline="0">
                <a:solidFill>
                  <a:schemeClr val="accent3"/>
                </a:solidFill>
              </a:defRPr>
            </a:lvl1pPr>
            <a:lvl2pPr>
              <a:defRPr sz="1600" spc="-10" baseline="0">
                <a:solidFill>
                  <a:schemeClr val="accent3"/>
                </a:solidFill>
              </a:defRPr>
            </a:lvl2pPr>
          </a:lstStyle>
          <a:p>
            <a:pPr lvl="0"/>
            <a:r>
              <a:rPr lang="en-GB"/>
              <a:t>edit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484" y="544288"/>
            <a:ext cx="10979680" cy="6369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red on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0" y="-3600"/>
            <a:ext cx="12193200" cy="68662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800" y="1900800"/>
            <a:ext cx="7696800" cy="2998800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red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1" y="-3600"/>
            <a:ext cx="12193198" cy="68662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800" y="1900800"/>
            <a:ext cx="7696800" cy="2998800"/>
          </a:xfrm>
        </p:spPr>
        <p:txBody>
          <a:bodyPr anchor="ctr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67" y="482889"/>
            <a:ext cx="8491111" cy="2815200"/>
          </a:xfrm>
        </p:spPr>
        <p:txBody>
          <a:bodyPr anchor="t" anchorCtr="0"/>
          <a:lstStyle>
            <a:lvl1pPr>
              <a:defRPr sz="6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3555" y="3488400"/>
            <a:ext cx="5327999" cy="2944812"/>
          </a:xfrm>
        </p:spPr>
        <p:txBody>
          <a:bodyPr/>
          <a:lstStyle>
            <a:lvl1pPr>
              <a:lnSpc>
                <a:spcPct val="80000"/>
              </a:lnSpc>
              <a:defRPr sz="27000" spc="-1500" baseline="0">
                <a:ln w="22225">
                  <a:solidFill>
                    <a:schemeClr val="bg1"/>
                  </a:solidFill>
                </a:ln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burgundu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67" y="482889"/>
            <a:ext cx="8491111" cy="2815200"/>
          </a:xfrm>
        </p:spPr>
        <p:txBody>
          <a:bodyPr anchor="t" anchorCtr="0"/>
          <a:lstStyle>
            <a:lvl1pPr>
              <a:defRPr sz="6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3555" y="3488400"/>
            <a:ext cx="5327999" cy="2944812"/>
          </a:xfrm>
        </p:spPr>
        <p:txBody>
          <a:bodyPr/>
          <a:lstStyle>
            <a:lvl1pPr>
              <a:lnSpc>
                <a:spcPct val="80000"/>
              </a:lnSpc>
              <a:defRPr sz="27000" spc="-1500" baseline="0">
                <a:ln w="22225">
                  <a:solidFill>
                    <a:schemeClr val="bg1"/>
                  </a:solidFill>
                </a:ln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yel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67" y="482889"/>
            <a:ext cx="8491111" cy="2815200"/>
          </a:xfrm>
        </p:spPr>
        <p:txBody>
          <a:bodyPr anchor="t" anchorCtr="0"/>
          <a:lstStyle>
            <a:lvl1pPr>
              <a:defRPr sz="63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83555" y="3488400"/>
            <a:ext cx="5327999" cy="2944812"/>
          </a:xfrm>
        </p:spPr>
        <p:txBody>
          <a:bodyPr/>
          <a:lstStyle>
            <a:lvl1pPr>
              <a:lnSpc>
                <a:spcPct val="80000"/>
              </a:lnSpc>
              <a:defRPr sz="27000" spc="-1500" baseline="0">
                <a:ln w="22225">
                  <a:solidFill>
                    <a:schemeClr val="accent3"/>
                  </a:solidFill>
                </a:ln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accent3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(white on re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69867" y="537867"/>
            <a:ext cx="7956000" cy="5796000"/>
          </a:xfrm>
        </p:spPr>
        <p:txBody>
          <a:bodyPr/>
          <a:lstStyle>
            <a:lvl1pPr marL="0" indent="0">
              <a:lnSpc>
                <a:spcPct val="85000"/>
              </a:lnSpc>
              <a:spcAft>
                <a:spcPts val="1500"/>
              </a:spcAft>
              <a:buFont typeface="Verdana" panose="020B0804030504040204" pitchFamily="34" charset="0"/>
              <a:buNone/>
              <a:defRPr sz="5400" b="0" spc="-10" baseline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>
              <a:defRPr sz="14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71734" y="495156"/>
            <a:ext cx="432000" cy="586800"/>
          </a:xfrm>
        </p:spPr>
        <p:txBody>
          <a:bodyPr/>
          <a:lstStyle>
            <a:lvl1pPr>
              <a:defRPr sz="5400">
                <a:solidFill>
                  <a:schemeClr val="accent2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60928" y="6480000"/>
            <a:ext cx="522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bg1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6084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solidFill>
                  <a:schemeClr val="bg1"/>
                </a:solidFill>
                <a:latin typeface="+mj-lt"/>
              </a:rPr>
              <a:t>pladis 2023</a:t>
            </a:r>
            <a:endParaRPr lang="en-GB" sz="81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07483" y="1442133"/>
            <a:ext cx="4449600" cy="4823730"/>
          </a:xfrm>
        </p:spPr>
        <p:txBody>
          <a:bodyPr/>
          <a:lstStyle>
            <a:lvl1pPr>
              <a:defRPr b="1">
                <a:latin typeface="+mj-lt"/>
                <a:cs typeface="Segoe UI Semibold" panose="020B0702040204020203" pitchFamily="34" charset="0"/>
              </a:defRPr>
            </a:lvl1pPr>
            <a:lvl2pPr>
              <a:defRPr sz="1100" spc="-20" baseline="0"/>
            </a:lvl2pPr>
            <a:lvl3pPr>
              <a:spcAft>
                <a:spcPts val="500"/>
              </a:spcAft>
              <a:defRPr sz="1100" spc="-20" baseline="0"/>
            </a:lvl3pPr>
            <a:lvl4pPr>
              <a:defRPr sz="1100" spc="-20" baseline="0"/>
            </a:lvl4pPr>
            <a:lvl5pPr>
              <a:defRPr sz="1100" spc="-2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4" hasCustomPrompt="1"/>
          </p:nvPr>
        </p:nvSpPr>
        <p:spPr>
          <a:xfrm>
            <a:off x="5730711" y="1442133"/>
            <a:ext cx="5850000" cy="4823730"/>
          </a:xfrm>
        </p:spPr>
        <p:txBody>
          <a:bodyPr/>
          <a:lstStyle>
            <a:lvl1pPr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7132738" y="1443600"/>
            <a:ext cx="4449600" cy="4824000"/>
          </a:xfrm>
        </p:spPr>
        <p:txBody>
          <a:bodyPr/>
          <a:lstStyle>
            <a:lvl2pPr>
              <a:defRPr sz="1100" spc="-20" baseline="0"/>
            </a:lvl2pPr>
            <a:lvl3pPr>
              <a:spcAft>
                <a:spcPts val="500"/>
              </a:spcAft>
              <a:defRPr sz="1100" spc="-20" baseline="0"/>
            </a:lvl3pPr>
            <a:lvl4pPr>
              <a:defRPr sz="1100" spc="-20" baseline="0"/>
            </a:lvl4pPr>
            <a:lvl5pPr>
              <a:defRPr sz="1100" spc="-2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4" hasCustomPrompt="1"/>
          </p:nvPr>
        </p:nvSpPr>
        <p:spPr>
          <a:xfrm>
            <a:off x="613889" y="1443600"/>
            <a:ext cx="5850000" cy="4822263"/>
          </a:xfrm>
        </p:spPr>
        <p:txBody>
          <a:bodyPr/>
          <a:lstStyle>
            <a:lvl1pPr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+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68800"/>
            <a:ext cx="4320000" cy="389706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343200" y="2368800"/>
            <a:ext cx="4320000" cy="3897063"/>
          </a:xfrm>
        </p:spPr>
        <p:txBody>
          <a:bodyPr/>
          <a:lstStyle>
            <a:lvl1pPr>
              <a:spcAft>
                <a:spcPts val="250"/>
              </a:spcAft>
              <a:defRPr sz="20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0"/>
              </a:spcBef>
              <a:spcAft>
                <a:spcPts val="650"/>
              </a:spcAft>
              <a:defRPr sz="1600"/>
            </a:lvl2pPr>
            <a:lvl3pPr>
              <a:spcBef>
                <a:spcPts val="0"/>
              </a:spcBef>
              <a:spcAft>
                <a:spcPts val="650"/>
              </a:spcAft>
              <a:defRPr sz="1600"/>
            </a:lvl3pPr>
            <a:lvl4pPr marL="360045" indent="-215900">
              <a:spcAft>
                <a:spcPts val="650"/>
              </a:spcAft>
              <a:defRPr sz="1600"/>
            </a:lvl4pPr>
            <a:lvl5pPr marL="575945" indent="-215900">
              <a:spcAft>
                <a:spcPts val="650"/>
              </a:spcAft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09600" y="1332000"/>
            <a:ext cx="1152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6343200" y="1332000"/>
            <a:ext cx="1152000" cy="79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400" y="1443600"/>
            <a:ext cx="4982400" cy="4825863"/>
          </a:xfrm>
        </p:spPr>
        <p:txBody>
          <a:bodyPr/>
          <a:lstStyle>
            <a:lvl2pPr>
              <a:spcBef>
                <a:spcPts val="200"/>
              </a:spcBef>
              <a:spcAft>
                <a:spcPts val="810"/>
              </a:spcAft>
              <a:defRPr/>
            </a:lvl2pPr>
            <a:lvl3pPr>
              <a:spcBef>
                <a:spcPts val="200"/>
              </a:spcBef>
              <a:spcAft>
                <a:spcPts val="810"/>
              </a:spcAft>
              <a:defRPr/>
            </a:lvl3pPr>
            <a:lvl4pPr>
              <a:spcBef>
                <a:spcPts val="2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343199" y="1443600"/>
            <a:ext cx="5230743" cy="4438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2399" y="295199"/>
            <a:ext cx="11284763" cy="59706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800" y="1443599"/>
            <a:ext cx="5252965" cy="1634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057" y="3261599"/>
            <a:ext cx="2113200" cy="2670849"/>
          </a:xfrm>
        </p:spPr>
        <p:txBody>
          <a:bodyPr/>
          <a:lstStyle>
            <a:lvl1pPr>
              <a:spcAft>
                <a:spcPts val="0"/>
              </a:spcAft>
              <a:defRPr sz="11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200"/>
              </a:spcBef>
              <a:spcAft>
                <a:spcPts val="600"/>
              </a:spcAft>
              <a:defRPr sz="1100"/>
            </a:lvl2pPr>
            <a:lvl3pPr>
              <a:spcBef>
                <a:spcPts val="200"/>
              </a:spcBef>
              <a:spcAft>
                <a:spcPts val="600"/>
              </a:spcAft>
              <a:defRPr sz="1100"/>
            </a:lvl3pPr>
            <a:lvl4pPr>
              <a:spcBef>
                <a:spcPts val="200"/>
              </a:spcBef>
              <a:spcAft>
                <a:spcPts val="600"/>
              </a:spcAft>
              <a:defRPr sz="1100"/>
            </a:lvl4pPr>
            <a:lvl5pPr>
              <a:spcAft>
                <a:spcPts val="600"/>
              </a:spcAft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329363" y="295199"/>
            <a:ext cx="5255731" cy="59706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020400" y="3261599"/>
            <a:ext cx="2113200" cy="2670849"/>
          </a:xfrm>
        </p:spPr>
        <p:txBody>
          <a:bodyPr/>
          <a:lstStyle>
            <a:lvl1pPr>
              <a:spcAft>
                <a:spcPts val="0"/>
              </a:spcAft>
              <a:defRPr sz="11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spcBef>
                <a:spcPts val="200"/>
              </a:spcBef>
              <a:spcAft>
                <a:spcPts val="600"/>
              </a:spcAft>
              <a:defRPr sz="1100"/>
            </a:lvl2pPr>
            <a:lvl3pPr>
              <a:spcBef>
                <a:spcPts val="200"/>
              </a:spcBef>
              <a:spcAft>
                <a:spcPts val="600"/>
              </a:spcAft>
              <a:defRPr sz="1100"/>
            </a:lvl3pPr>
            <a:lvl4pPr>
              <a:spcBef>
                <a:spcPts val="200"/>
              </a:spcBef>
              <a:spcAft>
                <a:spcPts val="600"/>
              </a:spcAft>
              <a:defRPr sz="1100"/>
            </a:lvl4pPr>
            <a:lvl5pPr>
              <a:spcAft>
                <a:spcPts val="600"/>
              </a:spcAft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595236" y="579399"/>
            <a:ext cx="5253037" cy="334963"/>
          </a:xfrm>
        </p:spPr>
        <p:txBody>
          <a:bodyPr/>
          <a:lstStyle>
            <a:lvl1pPr>
              <a:defRPr sz="1100" b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 hasCustomPrompt="1"/>
          </p:nvPr>
        </p:nvSpPr>
        <p:spPr>
          <a:xfrm>
            <a:off x="603251" y="1443600"/>
            <a:ext cx="10979678" cy="482226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3" hasCustomPrompt="1"/>
          </p:nvPr>
        </p:nvSpPr>
        <p:spPr>
          <a:xfrm>
            <a:off x="603250" y="1443600"/>
            <a:ext cx="5257800" cy="482226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7" name="Chart Placeholder 7"/>
          <p:cNvSpPr>
            <a:spLocks noGrp="1"/>
          </p:cNvSpPr>
          <p:nvPr>
            <p:ph type="chart" sz="quarter" idx="14" hasCustomPrompt="1"/>
          </p:nvPr>
        </p:nvSpPr>
        <p:spPr>
          <a:xfrm>
            <a:off x="6329363" y="1443600"/>
            <a:ext cx="5257800" cy="482226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able Placeholder 7"/>
          <p:cNvSpPr>
            <a:spLocks noGrp="1"/>
          </p:cNvSpPr>
          <p:nvPr>
            <p:ph type="tbl" sz="quarter" idx="13" hasCustomPrompt="1"/>
          </p:nvPr>
        </p:nvSpPr>
        <p:spPr>
          <a:xfrm>
            <a:off x="607484" y="1184400"/>
            <a:ext cx="10979679" cy="50814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table (no ru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able Placeholder 7"/>
          <p:cNvSpPr>
            <a:spLocks noGrp="1"/>
          </p:cNvSpPr>
          <p:nvPr>
            <p:ph type="tbl" sz="quarter" idx="13" hasCustomPrompt="1"/>
          </p:nvPr>
        </p:nvSpPr>
        <p:spPr>
          <a:xfrm>
            <a:off x="607484" y="1184400"/>
            <a:ext cx="10979679" cy="50814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>
                <a:latin typeface="+mj-lt"/>
              </a:rPr>
              <a:t>pladis 2023</a:t>
            </a:r>
            <a:endParaRPr lang="en-GB" sz="810" b="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inal slid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0" y="-3600"/>
            <a:ext cx="12193200" cy="6866241"/>
          </a:xfrm>
          <a:prstGeom prst="rect">
            <a:avLst/>
          </a:prstGeom>
        </p:spPr>
      </p:pic>
      <p:pic>
        <p:nvPicPr>
          <p:cNvPr id="4" name="Graphic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000" y="594000"/>
            <a:ext cx="1360800" cy="58197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picture containing drawing, window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59" y="477520"/>
            <a:ext cx="1277573" cy="4304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" y="1047600"/>
            <a:ext cx="1098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 (with Graphics)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30674" y="86814"/>
            <a:ext cx="11847966" cy="509588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47650" y="901700"/>
            <a:ext cx="11731625" cy="211613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90204" pitchFamily="34" charset="0"/>
              <a:buChar char="•"/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85750" indent="-285750">
              <a:buFont typeface="Arial" panose="020B0604020202090204" pitchFamily="34" charset="0"/>
              <a:buChar char="•"/>
              <a:defRPr/>
            </a:lvl2pPr>
            <a:lvl3pPr marL="285750" indent="-285750">
              <a:buFont typeface="Arial" panose="020B0604020202090204" pitchFamily="34" charset="0"/>
              <a:buChar char="•"/>
              <a:defRPr/>
            </a:lvl3pPr>
            <a:lvl4pPr marL="285750" indent="-285750">
              <a:buFont typeface="Arial" panose="020B0604020202090204" pitchFamily="34" charset="0"/>
              <a:buChar char="•"/>
              <a:defRPr/>
            </a:lvl4pPr>
            <a:lvl5pPr marL="285750" indent="-285750">
              <a:buFont typeface="Arial" panose="020B0604020202090204" pitchFamily="34" charset="0"/>
              <a:buChar char="•"/>
              <a:defRPr/>
            </a:lvl5pPr>
          </a:lstStyle>
          <a:p>
            <a:pPr lvl="0"/>
            <a:r>
              <a:rPr lang="en-US"/>
              <a:t>Insert text here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en-US" noProof="0"/>
              <a:t>9th February 2018</a:t>
            </a:r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ölüm Üstbilgi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/>
          <p:cNvGrpSpPr/>
          <p:nvPr/>
        </p:nvGrpSpPr>
        <p:grpSpPr bwMode="gray">
          <a:xfrm>
            <a:off x="-4129136" y="714193"/>
            <a:ext cx="3840000" cy="5429621"/>
            <a:chOff x="-3096852" y="15602"/>
            <a:chExt cx="2880000" cy="5429621"/>
          </a:xfrm>
        </p:grpSpPr>
        <p:sp>
          <p:nvSpPr>
            <p:cNvPr id="12" name="Rectangle 11"/>
            <p:cNvSpPr/>
            <p:nvPr userDrawn="1"/>
          </p:nvSpPr>
          <p:spPr bwMode="gray">
            <a:xfrm>
              <a:off x="-3096852" y="15602"/>
              <a:ext cx="2880000" cy="54296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t" anchorCtr="0">
              <a:noAutofit/>
            </a:bodyPr>
            <a:lstStyle>
              <a:defPPr>
                <a:defRPr lang="fr-FR"/>
              </a:defPPr>
              <a:lvl1pPr marL="0" indent="0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None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7970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004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3975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2009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89979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08013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5984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4018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450"/>
                </a:spcBef>
              </a:pPr>
              <a:r>
                <a:rPr lang="en-GB" sz="900" b="1">
                  <a:solidFill>
                    <a:schemeClr val="accent1"/>
                  </a:solidFill>
                </a:rPr>
                <a:t>TO CHANGE BACKGROUND</a:t>
              </a:r>
              <a:r>
                <a:rPr lang="en-GB" sz="900" b="1" baseline="0">
                  <a:solidFill>
                    <a:schemeClr val="accent1"/>
                  </a:solidFill>
                </a:rPr>
                <a:t> COLOUR</a:t>
              </a:r>
              <a:r>
                <a:rPr lang="en-GB" sz="900" b="1">
                  <a:solidFill>
                    <a:schemeClr val="accent1"/>
                  </a:solidFill>
                </a:rPr>
                <a:t>:</a:t>
              </a: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r>
                <a:rPr lang="en-GB" sz="900">
                  <a:solidFill>
                    <a:schemeClr val="tx2"/>
                  </a:solidFill>
                </a:rPr>
                <a:t>Right</a:t>
              </a:r>
              <a:r>
                <a:rPr lang="en-GB" sz="900" baseline="0">
                  <a:solidFill>
                    <a:schemeClr val="tx2"/>
                  </a:solidFill>
                </a:rPr>
                <a:t> click on the slide</a:t>
              </a: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r>
                <a:rPr lang="en-GB" sz="900">
                  <a:solidFill>
                    <a:schemeClr val="tx2"/>
                  </a:solidFill>
                </a:rPr>
                <a:t>Select Format Background</a:t>
              </a: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r>
                <a:rPr lang="en-GB" sz="900">
                  <a:solidFill>
                    <a:schemeClr val="tx2"/>
                  </a:solidFill>
                </a:rPr>
                <a:t>Chose the new</a:t>
              </a:r>
              <a:r>
                <a:rPr lang="en-GB" sz="900" baseline="0">
                  <a:solidFill>
                    <a:schemeClr val="tx2"/>
                  </a:solidFill>
                </a:rPr>
                <a:t> colour</a:t>
              </a: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endParaRPr lang="en-GB" sz="900" b="1" baseline="0">
                <a:solidFill>
                  <a:schemeClr val="tx2"/>
                </a:solidFill>
              </a:endParaRPr>
            </a:p>
            <a:p>
              <a:pPr marL="135890" indent="-135890" algn="l">
                <a:spcBef>
                  <a:spcPts val="450"/>
                </a:spcBef>
                <a:buFont typeface="+mj-lt"/>
                <a:buAutoNum type="arabicPeriod"/>
              </a:pPr>
              <a:r>
                <a:rPr lang="en-GB" sz="900" b="0" baseline="0">
                  <a:solidFill>
                    <a:schemeClr val="tx2"/>
                  </a:solidFill>
                </a:rPr>
                <a:t>Select Close</a:t>
              </a:r>
            </a:p>
            <a:p>
              <a:pPr marL="0" indent="0" algn="l">
                <a:spcBef>
                  <a:spcPts val="450"/>
                </a:spcBef>
                <a:buFont typeface="+mj-lt"/>
                <a:buNone/>
              </a:pPr>
              <a:r>
                <a:rPr lang="en-GB" sz="900" b="1" baseline="0">
                  <a:solidFill>
                    <a:schemeClr val="tx2"/>
                  </a:solidFill>
                </a:rPr>
                <a:t>NOTE: DO NOT CLICK </a:t>
              </a:r>
              <a:br>
                <a:rPr lang="en-GB" sz="900" b="1" baseline="0">
                  <a:solidFill>
                    <a:schemeClr val="tx2"/>
                  </a:solidFill>
                </a:rPr>
              </a:br>
              <a:r>
                <a:rPr lang="en-GB" sz="900" b="1" baseline="0">
                  <a:solidFill>
                    <a:schemeClr val="tx2"/>
                  </a:solidFill>
                </a:rPr>
                <a:t>APPLY TO ALL</a:t>
              </a:r>
              <a:endParaRPr lang="en-GB" sz="900" b="1">
                <a:solidFill>
                  <a:schemeClr val="tx2"/>
                </a:solidFill>
              </a:endParaRPr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805"/>
            <a:stretch>
              <a:fillRect/>
            </a:stretch>
          </p:blipFill>
          <p:spPr bwMode="gray">
            <a:xfrm>
              <a:off x="-2457001" y="1021513"/>
              <a:ext cx="1092546" cy="1251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3"/>
            <p:cNvPicPr>
              <a:picLocks noChangeAspect="1" noChangeArrowheads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2772816" y="2636912"/>
              <a:ext cx="1929268" cy="18541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63033" y="1727200"/>
            <a:ext cx="7056000" cy="1368000"/>
          </a:xfrm>
          <a:prstGeom prst="rect">
            <a:avLst/>
          </a:prstGeom>
        </p:spPr>
        <p:txBody>
          <a:bodyPr vert="horz" anchor="b" anchorCtr="0"/>
          <a:lstStyle>
            <a:lvl1pPr>
              <a:defRPr sz="4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63033" y="3172146"/>
            <a:ext cx="7056000" cy="72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noProof="0"/>
              <a:t>Asıl alt başlık stilini düzenlemek için tıklatın</a:t>
            </a:r>
            <a:endParaRPr lang="en-GB" noProof="0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3"/>
            <a:ext cx="7056000" cy="300082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>
              <a:defRPr sz="135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9th February 2018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3024" b="23024"/>
          <a:stretch>
            <a:fillRect/>
          </a:stretch>
        </p:blipFill>
        <p:spPr>
          <a:xfrm>
            <a:off x="0" y="0"/>
            <a:ext cx="12293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" y="406400"/>
            <a:ext cx="10871200" cy="77216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E4002B"/>
                </a:solidFill>
              </a:defRPr>
            </a:lvl1pPr>
          </a:lstStyle>
          <a:p>
            <a:r>
              <a:rPr lang="en-GB"/>
              <a:t>Click to edit page 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480" y="1641158"/>
            <a:ext cx="10871200" cy="3967162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 sz="2000" b="0" i="0">
                <a:solidFill>
                  <a:srgbClr val="E4002B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This is a full page layout for text content only. </a:t>
            </a:r>
          </a:p>
          <a:p>
            <a:r>
              <a:rPr lang="en-GB"/>
              <a:t>Click here to edit body copy</a:t>
            </a:r>
          </a:p>
          <a:p>
            <a:endParaRPr lang="en-US"/>
          </a:p>
        </p:txBody>
      </p:sp>
      <p:sp>
        <p:nvSpPr>
          <p:cNvPr id="12" name="Text Placeholder 5"/>
          <p:cNvSpPr txBox="1"/>
          <p:nvPr/>
        </p:nvSpPr>
        <p:spPr>
          <a:xfrm>
            <a:off x="10882678" y="163513"/>
            <a:ext cx="1150572" cy="311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908596-4D2F-4551-9EC0-061BAB2E5D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" y="406400"/>
            <a:ext cx="10871200" cy="772160"/>
          </a:xfrm>
        </p:spPr>
        <p:txBody>
          <a:bodyPr anchor="t">
            <a:normAutofit/>
          </a:bodyPr>
          <a:lstStyle>
            <a:lvl1pPr algn="l">
              <a:defRPr sz="3200" b="1" i="0">
                <a:solidFill>
                  <a:srgbClr val="E4002B"/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</a:lstStyle>
          <a:p>
            <a:r>
              <a:rPr lang="en-GB"/>
              <a:t>Click to edit page title – graphics only page</a:t>
            </a:r>
            <a:endParaRPr lang="en-US"/>
          </a:p>
        </p:txBody>
      </p:sp>
      <p:pic>
        <p:nvPicPr>
          <p:cNvPr id="4" name="Picture 3" descr="A picture containing drawing, window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480" y="6199746"/>
            <a:ext cx="1150572" cy="387626"/>
          </a:xfrm>
          <a:prstGeom prst="rect">
            <a:avLst/>
          </a:prstGeom>
        </p:spPr>
      </p:pic>
      <p:sp>
        <p:nvSpPr>
          <p:cNvPr id="10" name="Text Placeholder 5"/>
          <p:cNvSpPr txBox="1"/>
          <p:nvPr/>
        </p:nvSpPr>
        <p:spPr>
          <a:xfrm>
            <a:off x="10882678" y="163513"/>
            <a:ext cx="1150572" cy="311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908596-4D2F-4551-9EC0-061BAB2E5D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şlık Slaydı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63033" y="1727200"/>
            <a:ext cx="7056000" cy="1368000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63033" y="3172146"/>
            <a:ext cx="7056000" cy="72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noProof="0"/>
              <a:t>Asıl alt başlık stilini düzenlemek için tıklatın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2"/>
            <a:ext cx="7056000" cy="288000"/>
          </a:xfrm>
        </p:spPr>
        <p:txBody>
          <a:bodyPr anchor="t" anchorCtr="0">
            <a:sp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4DBC408A-6EA4-432A-A780-E073C645FBB0}" type="datetime1">
              <a:rPr lang="en-GB" noProof="0" smtClean="0"/>
              <a:t>29/03/2026</a:t>
            </a:fld>
            <a:endParaRPr lang="en-GB" noProof="0"/>
          </a:p>
        </p:txBody>
      </p:sp>
      <p:sp>
        <p:nvSpPr>
          <p:cNvPr id="10" name="Freeform 6"/>
          <p:cNvSpPr>
            <a:spLocks noChangeAspect="1" noEditPoints="1"/>
          </p:cNvSpPr>
          <p:nvPr/>
        </p:nvSpPr>
        <p:spPr bwMode="gray">
          <a:xfrm>
            <a:off x="9312884" y="5962650"/>
            <a:ext cx="2496000" cy="632141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800" noProof="0"/>
          </a:p>
        </p:txBody>
      </p:sp>
      <p:grpSp>
        <p:nvGrpSpPr>
          <p:cNvPr id="5" name="Group 4"/>
          <p:cNvGrpSpPr/>
          <p:nvPr/>
        </p:nvGrpSpPr>
        <p:grpSpPr bwMode="gray">
          <a:xfrm>
            <a:off x="-4129136" y="714191"/>
            <a:ext cx="3840000" cy="5429621"/>
            <a:chOff x="-3096852" y="15602"/>
            <a:chExt cx="2880000" cy="5429621"/>
          </a:xfrm>
        </p:grpSpPr>
        <p:sp>
          <p:nvSpPr>
            <p:cNvPr id="8" name="Rectangle 7"/>
            <p:cNvSpPr/>
            <p:nvPr userDrawn="1"/>
          </p:nvSpPr>
          <p:spPr bwMode="gray">
            <a:xfrm>
              <a:off x="-3096852" y="15602"/>
              <a:ext cx="2880000" cy="54296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t" anchorCtr="0">
              <a:noAutofit/>
            </a:bodyPr>
            <a:lstStyle>
              <a:defPPr>
                <a:defRPr lang="fr-FR"/>
              </a:defPPr>
              <a:lvl1pPr marL="0" indent="0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None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7970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004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3975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2009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89979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08013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5984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4018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600"/>
                </a:spcBef>
              </a:pPr>
              <a:r>
                <a:rPr lang="en-GB" sz="1200" b="1">
                  <a:solidFill>
                    <a:schemeClr val="accent1"/>
                  </a:solidFill>
                </a:rPr>
                <a:t>TO CHANGE BACKGROUND</a:t>
              </a:r>
              <a:r>
                <a:rPr lang="en-GB" sz="1200" b="1" baseline="0">
                  <a:solidFill>
                    <a:schemeClr val="accent1"/>
                  </a:solidFill>
                </a:rPr>
                <a:t> COLOUR</a:t>
              </a:r>
              <a:r>
                <a:rPr lang="en-GB" sz="1200" b="1">
                  <a:solidFill>
                    <a:schemeClr val="accent1"/>
                  </a:solidFill>
                </a:rPr>
                <a:t>: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Right</a:t>
              </a:r>
              <a:r>
                <a:rPr lang="en-GB" sz="1200" baseline="0">
                  <a:solidFill>
                    <a:schemeClr val="tx2"/>
                  </a:solidFill>
                </a:rPr>
                <a:t> click on the slide</a:t>
              </a: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Select Format Background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Chose the new</a:t>
              </a:r>
              <a:r>
                <a:rPr lang="en-GB" sz="1200" baseline="0">
                  <a:solidFill>
                    <a:schemeClr val="tx2"/>
                  </a:solidFill>
                </a:rPr>
                <a:t> colour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 b="0" baseline="0">
                  <a:solidFill>
                    <a:schemeClr val="tx2"/>
                  </a:solidFill>
                </a:rPr>
                <a:t>Select Close</a:t>
              </a:r>
            </a:p>
            <a:p>
              <a:pPr marL="0" indent="0" algn="l">
                <a:spcBef>
                  <a:spcPts val="600"/>
                </a:spcBef>
                <a:buFont typeface="+mj-lt"/>
                <a:buNone/>
              </a:pPr>
              <a:r>
                <a:rPr lang="en-GB" sz="1200" b="1" baseline="0">
                  <a:solidFill>
                    <a:schemeClr val="tx2"/>
                  </a:solidFill>
                </a:rPr>
                <a:t>NOTE: DO NOT CLICK </a:t>
              </a:r>
              <a:br>
                <a:rPr lang="en-GB" sz="1200" b="1" baseline="0">
                  <a:solidFill>
                    <a:schemeClr val="tx2"/>
                  </a:solidFill>
                </a:rPr>
              </a:br>
              <a:r>
                <a:rPr lang="en-GB" sz="1200" b="1" baseline="0">
                  <a:solidFill>
                    <a:schemeClr val="tx2"/>
                  </a:solidFill>
                </a:rPr>
                <a:t>APPLY TO ALL</a:t>
              </a:r>
              <a:endParaRPr lang="en-GB" sz="1200" b="1">
                <a:solidFill>
                  <a:schemeClr val="tx2"/>
                </a:solidFill>
              </a:endParaRPr>
            </a:p>
          </p:txBody>
        </p:sp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805"/>
            <a:stretch>
              <a:fillRect/>
            </a:stretch>
          </p:blipFill>
          <p:spPr bwMode="gray">
            <a:xfrm>
              <a:off x="-2457001" y="1021513"/>
              <a:ext cx="1092546" cy="1251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3"/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-2772816" y="2636912"/>
              <a:ext cx="1929268" cy="18541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563033" y="1727200"/>
            <a:ext cx="7056000" cy="1368000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63033" y="3172146"/>
            <a:ext cx="7056000" cy="72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noProof="0"/>
              <a:t>Asıl alt başlık stilini düzenlemek için tıklatın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2"/>
            <a:ext cx="7056000" cy="288000"/>
          </a:xfrm>
        </p:spPr>
        <p:txBody>
          <a:bodyPr anchor="t" anchorCtr="0">
            <a:sp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4DBC408A-6EA4-432A-A780-E073C645FBB0}" type="datetime1">
              <a:rPr lang="en-GB" noProof="0" smtClean="0"/>
              <a:t>29/03/2026</a:t>
            </a:fld>
            <a:endParaRPr lang="en-GB" noProof="0"/>
          </a:p>
        </p:txBody>
      </p:sp>
      <p:sp>
        <p:nvSpPr>
          <p:cNvPr id="10" name="Freeform 6"/>
          <p:cNvSpPr>
            <a:spLocks noChangeAspect="1" noEditPoints="1"/>
          </p:cNvSpPr>
          <p:nvPr/>
        </p:nvSpPr>
        <p:spPr bwMode="gray">
          <a:xfrm>
            <a:off x="9312884" y="5962650"/>
            <a:ext cx="2496000" cy="632141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800" noProof="0"/>
          </a:p>
        </p:txBody>
      </p:sp>
      <p:sp>
        <p:nvSpPr>
          <p:cNvPr id="14" name="Rectangle 13"/>
          <p:cNvSpPr/>
          <p:nvPr/>
        </p:nvSpPr>
        <p:spPr bwMode="gray">
          <a:xfrm>
            <a:off x="-4129136" y="2037765"/>
            <a:ext cx="3840000" cy="241313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>
            <a:spAutoFit/>
          </a:bodyPr>
          <a:lstStyle>
            <a:defPPr>
              <a:defRPr lang="fr-FR"/>
            </a:defPPr>
            <a:lvl1pPr marL="0" indent="0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004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975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2009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9979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accent1"/>
                </a:solidFill>
              </a:rPr>
              <a:t>TO CHANGE PICTURE: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Go to specific slide layout by clicking on View </a:t>
            </a:r>
            <a:r>
              <a:rPr lang="en-GB" sz="1200">
                <a:solidFill>
                  <a:schemeClr val="tx2"/>
                </a:solidFill>
                <a:sym typeface="Symbol"/>
              </a:rPr>
              <a:t> </a:t>
            </a:r>
            <a:r>
              <a:rPr lang="en-GB" sz="1200">
                <a:solidFill>
                  <a:schemeClr val="tx2"/>
                </a:solidFill>
              </a:rPr>
              <a:t>Slide Master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Click to select the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Right click and select change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Browse to the folder and select the desired image.</a:t>
            </a:r>
          </a:p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tx2"/>
                </a:solidFill>
              </a:rPr>
              <a:t>Note: The cover picture should be the same size/ratio (25.4cm *</a:t>
            </a:r>
            <a:r>
              <a:rPr lang="en-GB" sz="1200" b="1" baseline="0">
                <a:solidFill>
                  <a:schemeClr val="tx2"/>
                </a:solidFill>
              </a:rPr>
              <a:t> 19.05 cm) </a:t>
            </a:r>
            <a:r>
              <a:rPr lang="en-GB" sz="1200" b="1">
                <a:solidFill>
                  <a:schemeClr val="tx2"/>
                </a:solidFill>
              </a:rPr>
              <a:t>to fit correctly on the slide.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58800" y="400075"/>
            <a:ext cx="9888000" cy="792000"/>
          </a:xfrm>
        </p:spPr>
        <p:txBody>
          <a:bodyPr/>
          <a:lstStyle/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DE01A6B-EC00-43D3-913F-5130345FEAA1}" type="datetime1">
              <a:rPr lang="en-GB" noProof="0" smtClean="0"/>
              <a:t>29/03/2026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11076005" y="400075"/>
            <a:ext cx="720000" cy="180000"/>
          </a:xfrm>
        </p:spPr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8800" y="1725191"/>
            <a:ext cx="5424000" cy="4140000"/>
          </a:xfrm>
        </p:spPr>
        <p:txBody>
          <a:bodyPr/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 hasCustomPrompt="1"/>
          </p:nvPr>
        </p:nvSpPr>
        <p:spPr bwMode="gray">
          <a:xfrm>
            <a:off x="6371168" y="1725191"/>
            <a:ext cx="5425017" cy="4140200"/>
          </a:xfrm>
        </p:spPr>
        <p:txBody>
          <a:bodyPr/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en-GB" noProof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(with Graphic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58800" y="400075"/>
            <a:ext cx="7680000" cy="792000"/>
          </a:xfrm>
        </p:spPr>
        <p:txBody>
          <a:bodyPr/>
          <a:lstStyle/>
          <a:p>
            <a:r>
              <a:rPr lang="tr-TR" noProof="0"/>
              <a:t>Asıl başlık stili için tıklatın</a:t>
            </a:r>
            <a:endParaRPr lang="en-GB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DE01A6B-EC00-43D3-913F-5130345FEAA1}" type="datetime1">
              <a:rPr lang="en-GB" noProof="0" smtClean="0"/>
              <a:t>29/03/2026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11076005" y="400075"/>
            <a:ext cx="720000" cy="180000"/>
          </a:xfrm>
        </p:spPr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8800" y="1725191"/>
            <a:ext cx="5424000" cy="4140000"/>
          </a:xfrm>
        </p:spPr>
        <p:txBody>
          <a:bodyPr/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 hasCustomPrompt="1"/>
          </p:nvPr>
        </p:nvSpPr>
        <p:spPr bwMode="gray">
          <a:xfrm>
            <a:off x="6371168" y="1725191"/>
            <a:ext cx="5425017" cy="4140200"/>
          </a:xfrm>
        </p:spPr>
        <p:txBody>
          <a:bodyPr/>
          <a:lstStyle/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en-GB" noProof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6" t="87220" r="54550" b="1726"/>
          <a:stretch>
            <a:fillRect/>
          </a:stretch>
        </p:blipFill>
        <p:spPr bwMode="gray">
          <a:xfrm>
            <a:off x="7883987" y="1971"/>
            <a:ext cx="3869200" cy="792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gray">
          <a:xfrm>
            <a:off x="561600" y="2418892"/>
            <a:ext cx="3294172" cy="67710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lang="en-GB" sz="44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 bwMode="gray">
          <a:xfrm>
            <a:off x="-4129136" y="2037765"/>
            <a:ext cx="3840000" cy="241313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>
            <a:spAutoFit/>
          </a:bodyPr>
          <a:lstStyle>
            <a:defPPr>
              <a:defRPr lang="fr-FR"/>
            </a:defPPr>
            <a:lvl1pPr marL="0" indent="0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004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975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2009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9979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accent1"/>
                </a:solidFill>
              </a:rPr>
              <a:t>TO CHANGE PICTURE: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Go to specific slide layout by clicking on View </a:t>
            </a:r>
            <a:r>
              <a:rPr lang="en-GB" sz="1200">
                <a:solidFill>
                  <a:schemeClr val="tx2"/>
                </a:solidFill>
                <a:sym typeface="Symbol"/>
              </a:rPr>
              <a:t> </a:t>
            </a:r>
            <a:r>
              <a:rPr lang="en-GB" sz="1200">
                <a:solidFill>
                  <a:schemeClr val="tx2"/>
                </a:solidFill>
              </a:rPr>
              <a:t>Slide Master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Click to select the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Right click and select change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Browse to the folder and select the desired image.</a:t>
            </a:r>
          </a:p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tx2"/>
                </a:solidFill>
              </a:rPr>
              <a:t>Note: The cover picture should be the same size/ratio (25.4cm *</a:t>
            </a:r>
            <a:r>
              <a:rPr lang="en-GB" sz="1200" b="1" baseline="0">
                <a:solidFill>
                  <a:schemeClr val="tx2"/>
                </a:solidFill>
              </a:rPr>
              <a:t> 19.05 cm) </a:t>
            </a:r>
            <a:r>
              <a:rPr lang="en-GB" sz="1200" b="1">
                <a:solidFill>
                  <a:schemeClr val="tx2"/>
                </a:solidFill>
              </a:rPr>
              <a:t>to fit correctly on the slide.</a:t>
            </a:r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gray">
          <a:xfrm>
            <a:off x="10742136" y="6318847"/>
            <a:ext cx="1066091" cy="270000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800" noProof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" y="406400"/>
            <a:ext cx="10871200" cy="772160"/>
          </a:xfrm>
        </p:spPr>
        <p:txBody>
          <a:bodyPr anchor="t">
            <a:normAutofit/>
          </a:bodyPr>
          <a:lstStyle>
            <a:lvl1pPr algn="l">
              <a:defRPr sz="3200" b="1" i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</a:lstStyle>
          <a:p>
            <a:r>
              <a:rPr lang="en-GB"/>
              <a:t>Click to edit page title – graphics only page</a:t>
            </a:r>
            <a:endParaRPr lang="en-US"/>
          </a:p>
        </p:txBody>
      </p:sp>
      <p:pic>
        <p:nvPicPr>
          <p:cNvPr id="4" name="Picture 3" descr="A picture containing drawing, window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480" y="6199746"/>
            <a:ext cx="1150572" cy="387626"/>
          </a:xfrm>
          <a:prstGeom prst="rect">
            <a:avLst/>
          </a:prstGeom>
        </p:spPr>
      </p:pic>
      <p:sp>
        <p:nvSpPr>
          <p:cNvPr id="5" name="Text Placeholder 5"/>
          <p:cNvSpPr txBox="1"/>
          <p:nvPr/>
        </p:nvSpPr>
        <p:spPr>
          <a:xfrm>
            <a:off x="10882678" y="163513"/>
            <a:ext cx="1150572" cy="311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908596-4D2F-4551-9EC0-061BAB2E5D29}" type="slidenum">
              <a:rPr lang="en-GB" smtClean="0">
                <a:solidFill>
                  <a:schemeClr val="bg1"/>
                </a:solidFill>
              </a:rPr>
              <a:t>‹#›</a:t>
            </a:fld>
            <a:endParaRPr lang="en-GB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8480" y="406400"/>
            <a:ext cx="10871200" cy="772160"/>
          </a:xfrm>
        </p:spPr>
        <p:txBody>
          <a:bodyPr anchor="t">
            <a:normAutofit/>
          </a:bodyPr>
          <a:lstStyle>
            <a:lvl1pPr algn="l">
              <a:defRPr sz="3200" b="1" i="0"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</a:lstStyle>
          <a:p>
            <a:r>
              <a:rPr lang="en-GB"/>
              <a:t>Click to edit page title – graphics only page</a:t>
            </a:r>
            <a:endParaRPr lang="en-US"/>
          </a:p>
        </p:txBody>
      </p:sp>
      <p:sp>
        <p:nvSpPr>
          <p:cNvPr id="5" name="Text Placeholder 5"/>
          <p:cNvSpPr txBox="1"/>
          <p:nvPr/>
        </p:nvSpPr>
        <p:spPr>
          <a:xfrm>
            <a:off x="10882678" y="163513"/>
            <a:ext cx="1150572" cy="311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800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804030504040204" pitchFamily="34" charset="0"/>
                <a:ea typeface="Verdana" panose="020B0804030504040204" pitchFamily="34" charset="0"/>
                <a:cs typeface="Verdana" panose="020B08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PlutoSansW01-Regular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908596-4D2F-4551-9EC0-061BAB2E5D29}" type="slidenum">
              <a:rPr lang="en-GB" smtClean="0">
                <a:solidFill>
                  <a:schemeClr val="bg1"/>
                </a:solidFill>
              </a:rPr>
              <a:t>‹#›</a:t>
            </a:fld>
            <a:endParaRPr lang="en-GB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aşlık Slaydı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563033" y="1727200"/>
            <a:ext cx="7056000" cy="1368000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63033" y="3172146"/>
            <a:ext cx="7056000" cy="72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2"/>
            <a:ext cx="7056000" cy="28800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C007BAF4-3FFE-4A3F-9311-FBDC7FECC558}" type="datetime1">
              <a:rPr lang="en-GB" noProof="0" smtClean="0"/>
              <a:t>29/03/2026</a:t>
            </a:fld>
            <a:endParaRPr lang="en-GB" noProof="0"/>
          </a:p>
        </p:txBody>
      </p:sp>
      <p:sp>
        <p:nvSpPr>
          <p:cNvPr id="10" name="Freeform 6"/>
          <p:cNvSpPr>
            <a:spLocks noChangeAspect="1" noEditPoints="1"/>
          </p:cNvSpPr>
          <p:nvPr/>
        </p:nvSpPr>
        <p:spPr bwMode="gray">
          <a:xfrm>
            <a:off x="9312884" y="5962650"/>
            <a:ext cx="2496000" cy="632141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900" noProof="0"/>
          </a:p>
        </p:txBody>
      </p:sp>
      <p:grpSp>
        <p:nvGrpSpPr>
          <p:cNvPr id="5" name="Group 4"/>
          <p:cNvGrpSpPr/>
          <p:nvPr/>
        </p:nvGrpSpPr>
        <p:grpSpPr bwMode="gray">
          <a:xfrm>
            <a:off x="-4129136" y="714191"/>
            <a:ext cx="3840000" cy="5429621"/>
            <a:chOff x="-3096852" y="15602"/>
            <a:chExt cx="2880000" cy="5429621"/>
          </a:xfrm>
        </p:grpSpPr>
        <p:sp>
          <p:nvSpPr>
            <p:cNvPr id="8" name="Rectangle 7"/>
            <p:cNvSpPr/>
            <p:nvPr userDrawn="1"/>
          </p:nvSpPr>
          <p:spPr bwMode="gray">
            <a:xfrm>
              <a:off x="-3096852" y="15602"/>
              <a:ext cx="2880000" cy="542962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0000" bIns="90000" rtlCol="0" anchor="t" anchorCtr="0">
              <a:noAutofit/>
            </a:bodyPr>
            <a:lstStyle>
              <a:defPPr>
                <a:defRPr lang="fr-FR"/>
              </a:defPPr>
              <a:lvl1pPr marL="0" indent="0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None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7970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004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3975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2009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89979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080135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5984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40180" indent="-179705" algn="l" defTabSz="1007745" rtl="0" eaLnBrk="1" latinLnBrk="0" hangingPunct="1">
                <a:spcBef>
                  <a:spcPts val="0"/>
                </a:spcBef>
                <a:buFont typeface="Arial" panose="020B0604020202090204" pitchFamily="34" charset="0"/>
                <a:buChar char="•"/>
                <a:defRPr sz="1200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600"/>
                </a:spcBef>
              </a:pPr>
              <a:r>
                <a:rPr lang="en-GB" sz="1200" b="1">
                  <a:solidFill>
                    <a:schemeClr val="accent1"/>
                  </a:solidFill>
                </a:rPr>
                <a:t>TO CHANGE BACKGROUND</a:t>
              </a:r>
              <a:r>
                <a:rPr lang="en-GB" sz="1200" b="1" baseline="0">
                  <a:solidFill>
                    <a:schemeClr val="accent1"/>
                  </a:solidFill>
                </a:rPr>
                <a:t> COLOUR</a:t>
              </a:r>
              <a:r>
                <a:rPr lang="en-GB" sz="1200" b="1">
                  <a:solidFill>
                    <a:schemeClr val="accent1"/>
                  </a:solidFill>
                </a:rPr>
                <a:t>: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Right</a:t>
              </a:r>
              <a:r>
                <a:rPr lang="en-GB" sz="1200" baseline="0">
                  <a:solidFill>
                    <a:schemeClr val="tx2"/>
                  </a:solidFill>
                </a:rPr>
                <a:t> click on the slide</a:t>
              </a: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Select Format Background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>
                  <a:solidFill>
                    <a:schemeClr val="tx2"/>
                  </a:solidFill>
                </a:rPr>
                <a:t>Chose the new</a:t>
              </a:r>
              <a:r>
                <a:rPr lang="en-GB" sz="1200" baseline="0">
                  <a:solidFill>
                    <a:schemeClr val="tx2"/>
                  </a:solidFill>
                </a:rPr>
                <a:t> colour</a:t>
              </a: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endParaRPr lang="en-GB" sz="1200" b="1" baseline="0">
                <a:solidFill>
                  <a:schemeClr val="tx2"/>
                </a:solidFill>
              </a:endParaRPr>
            </a:p>
            <a:p>
              <a:pPr marL="180975" indent="-180975" algn="l">
                <a:spcBef>
                  <a:spcPts val="600"/>
                </a:spcBef>
                <a:buFont typeface="+mj-lt"/>
                <a:buAutoNum type="arabicPeriod"/>
              </a:pPr>
              <a:r>
                <a:rPr lang="en-GB" sz="1200" b="0" baseline="0">
                  <a:solidFill>
                    <a:schemeClr val="tx2"/>
                  </a:solidFill>
                </a:rPr>
                <a:t>Select Close</a:t>
              </a:r>
            </a:p>
            <a:p>
              <a:pPr marL="0" indent="0" algn="l">
                <a:spcBef>
                  <a:spcPts val="600"/>
                </a:spcBef>
                <a:buFont typeface="+mj-lt"/>
                <a:buNone/>
              </a:pPr>
              <a:r>
                <a:rPr lang="en-GB" sz="1200" b="1" baseline="0">
                  <a:solidFill>
                    <a:schemeClr val="tx2"/>
                  </a:solidFill>
                </a:rPr>
                <a:t>NOTE: DO NOT CLICK </a:t>
              </a:r>
              <a:br>
                <a:rPr lang="en-GB" sz="1200" b="1" baseline="0">
                  <a:solidFill>
                    <a:schemeClr val="tx2"/>
                  </a:solidFill>
                </a:rPr>
              </a:br>
              <a:r>
                <a:rPr lang="en-GB" sz="1200" b="1" baseline="0">
                  <a:solidFill>
                    <a:schemeClr val="tx2"/>
                  </a:solidFill>
                </a:rPr>
                <a:t>APPLY TO ALL</a:t>
              </a:r>
              <a:endParaRPr lang="en-GB" sz="1200" b="1">
                <a:solidFill>
                  <a:schemeClr val="tx2"/>
                </a:solidFill>
              </a:endParaRPr>
            </a:p>
          </p:txBody>
        </p:sp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 rotWithShape="1">
            <a:blip r:embed="rId2" cstate="email"/>
            <a:srcRect l="1" r="1805"/>
            <a:stretch>
              <a:fillRect/>
            </a:stretch>
          </p:blipFill>
          <p:spPr bwMode="gray">
            <a:xfrm>
              <a:off x="-2457001" y="1021513"/>
              <a:ext cx="1092546" cy="1251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3"/>
            <p:cNvPicPr>
              <a:picLocks noChangeAspect="1" noChangeArrowheads="1"/>
            </p:cNvPicPr>
            <p:nvPr userDrawn="1"/>
          </p:nvPicPr>
          <p:blipFill rotWithShape="1">
            <a:blip r:embed="rId3" cstate="email"/>
            <a:srcRect/>
            <a:stretch>
              <a:fillRect/>
            </a:stretch>
          </p:blipFill>
          <p:spPr bwMode="gray">
            <a:xfrm>
              <a:off x="-2772816" y="2636912"/>
              <a:ext cx="1929268" cy="18541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563033" y="1727200"/>
            <a:ext cx="7056000" cy="1368000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63033" y="3172146"/>
            <a:ext cx="7056000" cy="72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563033" y="3969092"/>
            <a:ext cx="7056000" cy="28800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308239D3-5A51-4701-BA7A-E3EF357816BD}" type="datetime1">
              <a:rPr lang="en-GB" noProof="0" smtClean="0"/>
              <a:t>29/03/2026</a:t>
            </a:fld>
            <a:endParaRPr lang="en-GB" noProof="0"/>
          </a:p>
        </p:txBody>
      </p:sp>
      <p:sp>
        <p:nvSpPr>
          <p:cNvPr id="10" name="Freeform 6"/>
          <p:cNvSpPr>
            <a:spLocks noChangeAspect="1" noEditPoints="1"/>
          </p:cNvSpPr>
          <p:nvPr/>
        </p:nvSpPr>
        <p:spPr bwMode="gray">
          <a:xfrm>
            <a:off x="9312884" y="5962650"/>
            <a:ext cx="2496000" cy="632141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900" noProof="0"/>
          </a:p>
        </p:txBody>
      </p:sp>
      <p:sp>
        <p:nvSpPr>
          <p:cNvPr id="14" name="Rectangle 13"/>
          <p:cNvSpPr/>
          <p:nvPr/>
        </p:nvSpPr>
        <p:spPr bwMode="gray">
          <a:xfrm>
            <a:off x="-4129136" y="2037765"/>
            <a:ext cx="3840000" cy="241313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>
            <a:spAutoFit/>
          </a:bodyPr>
          <a:lstStyle>
            <a:defPPr>
              <a:defRPr lang="fr-FR"/>
            </a:defPPr>
            <a:lvl1pPr marL="0" indent="0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004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975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2009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9979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accent1"/>
                </a:solidFill>
              </a:rPr>
              <a:t>TO CHANGE PICTURE: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Go to specific slide layout by clicking on View </a:t>
            </a:r>
            <a:r>
              <a:rPr lang="en-GB" sz="1200">
                <a:solidFill>
                  <a:schemeClr val="tx2"/>
                </a:solidFill>
                <a:sym typeface="Symbol"/>
              </a:rPr>
              <a:t> </a:t>
            </a:r>
            <a:r>
              <a:rPr lang="en-GB" sz="1200">
                <a:solidFill>
                  <a:schemeClr val="tx2"/>
                </a:solidFill>
              </a:rPr>
              <a:t>Slide Master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Click to select the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Right click and select change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Browse to the folder and select the desired image.</a:t>
            </a:r>
          </a:p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tx2"/>
                </a:solidFill>
              </a:rPr>
              <a:t>Note: The cover picture should be the same size/ratio (25.4cm *</a:t>
            </a:r>
            <a:r>
              <a:rPr lang="en-GB" sz="1200" b="1" baseline="0">
                <a:solidFill>
                  <a:schemeClr val="tx2"/>
                </a:solidFill>
              </a:rPr>
              <a:t> 19.05 cm) </a:t>
            </a:r>
            <a:r>
              <a:rPr lang="en-GB" sz="1200" b="1">
                <a:solidFill>
                  <a:schemeClr val="tx2"/>
                </a:solidFill>
              </a:rPr>
              <a:t>to fit correctly on the slide.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58800" y="400075"/>
            <a:ext cx="9888000" cy="79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>
          <a:xfrm>
            <a:off x="7566800" y="6352773"/>
            <a:ext cx="2880000" cy="180000"/>
          </a:xfrm>
          <a:prstGeom prst="rect">
            <a:avLst/>
          </a:prstGeom>
        </p:spPr>
        <p:txBody>
          <a:bodyPr/>
          <a:lstStyle/>
          <a:p>
            <a:fld id="{F01410DD-28E8-4785-9BDD-79F5F351FA5E}" type="datetime1">
              <a:rPr lang="en-GB" noProof="0" smtClean="0"/>
              <a:t>29/03/2026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>
          <a:xfrm>
            <a:off x="558800" y="6352773"/>
            <a:ext cx="5424000" cy="180000"/>
          </a:xfrm>
          <a:prstGeom prst="rect">
            <a:avLst/>
          </a:prstGeom>
        </p:spPr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11076005" y="400075"/>
            <a:ext cx="720000" cy="180000"/>
          </a:xfrm>
          <a:prstGeom prst="rect">
            <a:avLst/>
          </a:prstGeom>
        </p:spPr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 bwMode="gray">
          <a:xfrm>
            <a:off x="558800" y="1725191"/>
            <a:ext cx="5424000" cy="414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gray">
          <a:xfrm>
            <a:off x="6371168" y="1725191"/>
            <a:ext cx="5425017" cy="41402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 (with Graphic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58800" y="400075"/>
            <a:ext cx="7680000" cy="79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>
          <a:xfrm>
            <a:off x="7566800" y="6352773"/>
            <a:ext cx="2880000" cy="180000"/>
          </a:xfrm>
          <a:prstGeom prst="rect">
            <a:avLst/>
          </a:prstGeom>
        </p:spPr>
        <p:txBody>
          <a:bodyPr/>
          <a:lstStyle/>
          <a:p>
            <a:fld id="{1D899987-C73F-42F1-B228-288EAC0E96D4}" type="datetime1">
              <a:rPr lang="en-GB" noProof="0" smtClean="0"/>
              <a:t>29/03/2026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>
          <a:xfrm>
            <a:off x="558800" y="6352773"/>
            <a:ext cx="5424000" cy="180000"/>
          </a:xfrm>
          <a:prstGeom prst="rect">
            <a:avLst/>
          </a:prstGeom>
        </p:spPr>
        <p:txBody>
          <a:bodyPr/>
          <a:lstStyle/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>
          <a:xfrm>
            <a:off x="11076005" y="400075"/>
            <a:ext cx="720000" cy="180000"/>
          </a:xfrm>
          <a:prstGeom prst="rect">
            <a:avLst/>
          </a:prstGeom>
        </p:spPr>
        <p:txBody>
          <a:bodyPr/>
          <a:lstStyle/>
          <a:p>
            <a:fld id="{63B7F0B4-A250-4AD7-B417-DDD068C91B3E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 bwMode="gray">
          <a:xfrm>
            <a:off x="558800" y="1725191"/>
            <a:ext cx="5424000" cy="4140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 bwMode="gray">
          <a:xfrm>
            <a:off x="6371168" y="1725191"/>
            <a:ext cx="5425017" cy="41402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email"/>
          <a:srcRect l="11446" t="87220" r="54550" b="1726"/>
          <a:stretch>
            <a:fillRect/>
          </a:stretch>
        </p:blipFill>
        <p:spPr bwMode="gray">
          <a:xfrm>
            <a:off x="7883987" y="1971"/>
            <a:ext cx="3869200" cy="792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 bwMode="gray">
          <a:xfrm>
            <a:off x="561600" y="2418892"/>
            <a:ext cx="3294172" cy="67710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spAutoFit/>
          </a:bodyPr>
          <a:lstStyle/>
          <a:p>
            <a:r>
              <a:rPr lang="en-GB" sz="4400" b="1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 bwMode="gray">
          <a:xfrm>
            <a:off x="-4129136" y="2037765"/>
            <a:ext cx="3840000" cy="241313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>
            <a:spAutoFit/>
          </a:bodyPr>
          <a:lstStyle>
            <a:defPPr>
              <a:defRPr lang="fr-FR"/>
            </a:defPPr>
            <a:lvl1pPr marL="0" indent="0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None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7970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004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3975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2009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9979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80135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5984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40180" indent="-179705" algn="l" defTabSz="1007745" rtl="0" eaLnBrk="1" latinLnBrk="0" hangingPunct="1">
              <a:spcBef>
                <a:spcPts val="0"/>
              </a:spcBef>
              <a:buFont typeface="Arial" panose="020B0604020202090204" pitchFamily="34" charset="0"/>
              <a:buChar char="•"/>
              <a:defRPr sz="12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accent1"/>
                </a:solidFill>
              </a:rPr>
              <a:t>TO CHANGE PICTURE: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Go to specific slide layout by clicking on View </a:t>
            </a:r>
            <a:r>
              <a:rPr lang="en-GB" sz="1200">
                <a:solidFill>
                  <a:schemeClr val="tx2"/>
                </a:solidFill>
                <a:sym typeface="Symbol"/>
              </a:rPr>
              <a:t> </a:t>
            </a:r>
            <a:r>
              <a:rPr lang="en-GB" sz="1200">
                <a:solidFill>
                  <a:schemeClr val="tx2"/>
                </a:solidFill>
              </a:rPr>
              <a:t>Slide Master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Click to select the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Right click and select change picture</a:t>
            </a:r>
          </a:p>
          <a:p>
            <a:pPr marL="180975" indent="-180975" algn="l">
              <a:spcBef>
                <a:spcPts val="600"/>
              </a:spcBef>
              <a:buFont typeface="+mj-lt"/>
              <a:buAutoNum type="arabicPeriod"/>
            </a:pPr>
            <a:r>
              <a:rPr lang="en-GB" sz="1200">
                <a:solidFill>
                  <a:schemeClr val="tx2"/>
                </a:solidFill>
              </a:rPr>
              <a:t>Browse to the folder and select the desired image.</a:t>
            </a:r>
          </a:p>
          <a:p>
            <a:pPr algn="l">
              <a:spcBef>
                <a:spcPts val="600"/>
              </a:spcBef>
            </a:pPr>
            <a:r>
              <a:rPr lang="en-GB" sz="1200" b="1">
                <a:solidFill>
                  <a:schemeClr val="tx2"/>
                </a:solidFill>
              </a:rPr>
              <a:t>Note: The cover picture should be the same size/ratio (25.4cm *</a:t>
            </a:r>
            <a:r>
              <a:rPr lang="en-GB" sz="1200" b="1" baseline="0">
                <a:solidFill>
                  <a:schemeClr val="tx2"/>
                </a:solidFill>
              </a:rPr>
              <a:t> 19.05 cm) </a:t>
            </a:r>
            <a:r>
              <a:rPr lang="en-GB" sz="1200" b="1">
                <a:solidFill>
                  <a:schemeClr val="tx2"/>
                </a:solidFill>
              </a:rPr>
              <a:t>to fit correctly on the slide.</a:t>
            </a:r>
          </a:p>
        </p:txBody>
      </p:sp>
      <p:sp>
        <p:nvSpPr>
          <p:cNvPr id="6" name="Freeform 6"/>
          <p:cNvSpPr>
            <a:spLocks noChangeAspect="1" noEditPoints="1"/>
          </p:cNvSpPr>
          <p:nvPr/>
        </p:nvSpPr>
        <p:spPr bwMode="gray">
          <a:xfrm>
            <a:off x="10742136" y="6318847"/>
            <a:ext cx="1066091" cy="270000"/>
          </a:xfrm>
          <a:custGeom>
            <a:avLst/>
            <a:gdLst>
              <a:gd name="T0" fmla="*/ 4057 w 8891"/>
              <a:gd name="T1" fmla="*/ 2327 h 3001"/>
              <a:gd name="T2" fmla="*/ 3531 w 8891"/>
              <a:gd name="T3" fmla="*/ 2371 h 3001"/>
              <a:gd name="T4" fmla="*/ 3513 w 8891"/>
              <a:gd name="T5" fmla="*/ 630 h 3001"/>
              <a:gd name="T6" fmla="*/ 4312 w 8891"/>
              <a:gd name="T7" fmla="*/ 2329 h 3001"/>
              <a:gd name="T8" fmla="*/ 3531 w 8891"/>
              <a:gd name="T9" fmla="*/ 994 h 3001"/>
              <a:gd name="T10" fmla="*/ 3547 w 8891"/>
              <a:gd name="T11" fmla="*/ 1999 h 3001"/>
              <a:gd name="T12" fmla="*/ 3872 w 8891"/>
              <a:gd name="T13" fmla="*/ 1084 h 3001"/>
              <a:gd name="T14" fmla="*/ 733 w 8891"/>
              <a:gd name="T15" fmla="*/ 630 h 3001"/>
              <a:gd name="T16" fmla="*/ 794 w 8891"/>
              <a:gd name="T17" fmla="*/ 2371 h 3001"/>
              <a:gd name="T18" fmla="*/ 439 w 8891"/>
              <a:gd name="T19" fmla="*/ 3001 h 3001"/>
              <a:gd name="T20" fmla="*/ 0 w 8891"/>
              <a:gd name="T21" fmla="*/ 701 h 3001"/>
              <a:gd name="T22" fmla="*/ 792 w 8891"/>
              <a:gd name="T23" fmla="*/ 2006 h 3001"/>
              <a:gd name="T24" fmla="*/ 751 w 8891"/>
              <a:gd name="T25" fmla="*/ 985 h 3001"/>
              <a:gd name="T26" fmla="*/ 439 w 8891"/>
              <a:gd name="T27" fmla="*/ 1917 h 3001"/>
              <a:gd name="T28" fmla="*/ 2391 w 8891"/>
              <a:gd name="T29" fmla="*/ 2371 h 3001"/>
              <a:gd name="T30" fmla="*/ 1952 w 8891"/>
              <a:gd name="T31" fmla="*/ 0 h 3001"/>
              <a:gd name="T32" fmla="*/ 6229 w 8891"/>
              <a:gd name="T33" fmla="*/ 2267 h 3001"/>
              <a:gd name="T34" fmla="*/ 4604 w 8891"/>
              <a:gd name="T35" fmla="*/ 1466 h 3001"/>
              <a:gd name="T36" fmla="*/ 5790 w 8891"/>
              <a:gd name="T37" fmla="*/ 713 h 3001"/>
              <a:gd name="T38" fmla="*/ 6229 w 8891"/>
              <a:gd name="T39" fmla="*/ 0 h 3001"/>
              <a:gd name="T40" fmla="*/ 5790 w 8891"/>
              <a:gd name="T41" fmla="*/ 1084 h 3001"/>
              <a:gd name="T42" fmla="*/ 5039 w 8891"/>
              <a:gd name="T43" fmla="*/ 1454 h 3001"/>
              <a:gd name="T44" fmla="*/ 5790 w 8891"/>
              <a:gd name="T45" fmla="*/ 1951 h 3001"/>
              <a:gd name="T46" fmla="*/ 7083 w 8891"/>
              <a:gd name="T47" fmla="*/ 348 h 3001"/>
              <a:gd name="T48" fmla="*/ 6644 w 8891"/>
              <a:gd name="T49" fmla="*/ 0 h 3001"/>
              <a:gd name="T50" fmla="*/ 7083 w 8891"/>
              <a:gd name="T51" fmla="*/ 348 h 3001"/>
              <a:gd name="T52" fmla="*/ 6644 w 8891"/>
              <a:gd name="T53" fmla="*/ 2371 h 3001"/>
              <a:gd name="T54" fmla="*/ 7083 w 8891"/>
              <a:gd name="T55" fmla="*/ 630 h 3001"/>
              <a:gd name="T56" fmla="*/ 7498 w 8891"/>
              <a:gd name="T57" fmla="*/ 2288 h 3001"/>
              <a:gd name="T58" fmla="*/ 8891 w 8891"/>
              <a:gd name="T59" fmla="*/ 1840 h 3001"/>
              <a:gd name="T60" fmla="*/ 8028 w 8891"/>
              <a:gd name="T61" fmla="*/ 1318 h 3001"/>
              <a:gd name="T62" fmla="*/ 8178 w 8891"/>
              <a:gd name="T63" fmla="*/ 962 h 3001"/>
              <a:gd name="T64" fmla="*/ 8808 w 8891"/>
              <a:gd name="T65" fmla="*/ 713 h 3001"/>
              <a:gd name="T66" fmla="*/ 7415 w 8891"/>
              <a:gd name="T67" fmla="*/ 1161 h 3001"/>
              <a:gd name="T68" fmla="*/ 8260 w 8891"/>
              <a:gd name="T69" fmla="*/ 1683 h 3001"/>
              <a:gd name="T70" fmla="*/ 8168 w 8891"/>
              <a:gd name="T71" fmla="*/ 2039 h 3001"/>
              <a:gd name="T72" fmla="*/ 7498 w 8891"/>
              <a:gd name="T73" fmla="*/ 2288 h 3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891" h="3001">
                <a:moveTo>
                  <a:pt x="4312" y="2329"/>
                </a:moveTo>
                <a:cubicBezTo>
                  <a:pt x="4057" y="2327"/>
                  <a:pt x="4057" y="2327"/>
                  <a:pt x="4057" y="2327"/>
                </a:cubicBezTo>
                <a:cubicBezTo>
                  <a:pt x="3898" y="2247"/>
                  <a:pt x="3898" y="2247"/>
                  <a:pt x="3898" y="2247"/>
                </a:cubicBezTo>
                <a:cubicBezTo>
                  <a:pt x="3898" y="2247"/>
                  <a:pt x="3767" y="2354"/>
                  <a:pt x="3531" y="2371"/>
                </a:cubicBezTo>
                <a:cubicBezTo>
                  <a:pt x="2968" y="2371"/>
                  <a:pt x="2687" y="2069"/>
                  <a:pt x="2687" y="1465"/>
                </a:cubicBezTo>
                <a:cubicBezTo>
                  <a:pt x="2687" y="908"/>
                  <a:pt x="2962" y="630"/>
                  <a:pt x="3513" y="630"/>
                </a:cubicBezTo>
                <a:cubicBezTo>
                  <a:pt x="4076" y="622"/>
                  <a:pt x="4312" y="768"/>
                  <a:pt x="4312" y="1102"/>
                </a:cubicBezTo>
                <a:cubicBezTo>
                  <a:pt x="4312" y="2329"/>
                  <a:pt x="4312" y="2329"/>
                  <a:pt x="4312" y="2329"/>
                </a:cubicBezTo>
                <a:moveTo>
                  <a:pt x="3872" y="1084"/>
                </a:moveTo>
                <a:cubicBezTo>
                  <a:pt x="3782" y="1024"/>
                  <a:pt x="3668" y="994"/>
                  <a:pt x="3531" y="994"/>
                </a:cubicBezTo>
                <a:cubicBezTo>
                  <a:pt x="3258" y="994"/>
                  <a:pt x="3121" y="1148"/>
                  <a:pt x="3121" y="1454"/>
                </a:cubicBezTo>
                <a:cubicBezTo>
                  <a:pt x="3121" y="1818"/>
                  <a:pt x="3263" y="1999"/>
                  <a:pt x="3547" y="1999"/>
                </a:cubicBezTo>
                <a:cubicBezTo>
                  <a:pt x="3662" y="1999"/>
                  <a:pt x="3771" y="1983"/>
                  <a:pt x="3872" y="1951"/>
                </a:cubicBezTo>
                <a:lnTo>
                  <a:pt x="3872" y="1084"/>
                </a:lnTo>
                <a:close/>
                <a:moveTo>
                  <a:pt x="0" y="701"/>
                </a:moveTo>
                <a:cubicBezTo>
                  <a:pt x="231" y="654"/>
                  <a:pt x="475" y="630"/>
                  <a:pt x="733" y="630"/>
                </a:cubicBezTo>
                <a:cubicBezTo>
                  <a:pt x="1324" y="630"/>
                  <a:pt x="1620" y="906"/>
                  <a:pt x="1620" y="1457"/>
                </a:cubicBezTo>
                <a:cubicBezTo>
                  <a:pt x="1620" y="2067"/>
                  <a:pt x="1345" y="2371"/>
                  <a:pt x="794" y="2371"/>
                </a:cubicBezTo>
                <a:cubicBezTo>
                  <a:pt x="677" y="2371"/>
                  <a:pt x="559" y="2343"/>
                  <a:pt x="439" y="2288"/>
                </a:cubicBezTo>
                <a:cubicBezTo>
                  <a:pt x="439" y="3001"/>
                  <a:pt x="439" y="3001"/>
                  <a:pt x="439" y="3001"/>
                </a:cubicBezTo>
                <a:cubicBezTo>
                  <a:pt x="0" y="3001"/>
                  <a:pt x="0" y="3001"/>
                  <a:pt x="0" y="3001"/>
                </a:cubicBezTo>
                <a:cubicBezTo>
                  <a:pt x="0" y="701"/>
                  <a:pt x="0" y="701"/>
                  <a:pt x="0" y="701"/>
                </a:cubicBezTo>
                <a:moveTo>
                  <a:pt x="439" y="1917"/>
                </a:moveTo>
                <a:cubicBezTo>
                  <a:pt x="549" y="1976"/>
                  <a:pt x="666" y="2006"/>
                  <a:pt x="792" y="2006"/>
                </a:cubicBezTo>
                <a:cubicBezTo>
                  <a:pt x="1054" y="2006"/>
                  <a:pt x="1185" y="1822"/>
                  <a:pt x="1185" y="1454"/>
                </a:cubicBezTo>
                <a:cubicBezTo>
                  <a:pt x="1185" y="1141"/>
                  <a:pt x="1041" y="985"/>
                  <a:pt x="751" y="985"/>
                </a:cubicBezTo>
                <a:cubicBezTo>
                  <a:pt x="626" y="985"/>
                  <a:pt x="522" y="993"/>
                  <a:pt x="439" y="1008"/>
                </a:cubicBezTo>
                <a:lnTo>
                  <a:pt x="439" y="1917"/>
                </a:lnTo>
                <a:close/>
                <a:moveTo>
                  <a:pt x="1952" y="2371"/>
                </a:moveTo>
                <a:cubicBezTo>
                  <a:pt x="2391" y="2371"/>
                  <a:pt x="2391" y="2371"/>
                  <a:pt x="2391" y="2371"/>
                </a:cubicBezTo>
                <a:cubicBezTo>
                  <a:pt x="2391" y="0"/>
                  <a:pt x="2391" y="0"/>
                  <a:pt x="2391" y="0"/>
                </a:cubicBezTo>
                <a:cubicBezTo>
                  <a:pt x="1952" y="0"/>
                  <a:pt x="1952" y="0"/>
                  <a:pt x="1952" y="0"/>
                </a:cubicBezTo>
                <a:lnTo>
                  <a:pt x="1952" y="2371"/>
                </a:lnTo>
                <a:close/>
                <a:moveTo>
                  <a:pt x="6229" y="2267"/>
                </a:moveTo>
                <a:cubicBezTo>
                  <a:pt x="5963" y="2336"/>
                  <a:pt x="5703" y="2371"/>
                  <a:pt x="5448" y="2371"/>
                </a:cubicBezTo>
                <a:cubicBezTo>
                  <a:pt x="4886" y="2371"/>
                  <a:pt x="4604" y="2069"/>
                  <a:pt x="4604" y="1466"/>
                </a:cubicBezTo>
                <a:cubicBezTo>
                  <a:pt x="4604" y="909"/>
                  <a:pt x="4880" y="630"/>
                  <a:pt x="5430" y="630"/>
                </a:cubicBezTo>
                <a:cubicBezTo>
                  <a:pt x="5547" y="630"/>
                  <a:pt x="5667" y="658"/>
                  <a:pt x="5790" y="713"/>
                </a:cubicBezTo>
                <a:cubicBezTo>
                  <a:pt x="5790" y="0"/>
                  <a:pt x="5790" y="0"/>
                  <a:pt x="5790" y="0"/>
                </a:cubicBezTo>
                <a:cubicBezTo>
                  <a:pt x="6229" y="0"/>
                  <a:pt x="6229" y="0"/>
                  <a:pt x="6229" y="0"/>
                </a:cubicBezTo>
                <a:cubicBezTo>
                  <a:pt x="6229" y="2267"/>
                  <a:pt x="6229" y="2267"/>
                  <a:pt x="6229" y="2267"/>
                </a:cubicBezTo>
                <a:moveTo>
                  <a:pt x="5790" y="1084"/>
                </a:moveTo>
                <a:cubicBezTo>
                  <a:pt x="5699" y="1025"/>
                  <a:pt x="5585" y="995"/>
                  <a:pt x="5448" y="995"/>
                </a:cubicBezTo>
                <a:cubicBezTo>
                  <a:pt x="5175" y="995"/>
                  <a:pt x="5039" y="1148"/>
                  <a:pt x="5039" y="1454"/>
                </a:cubicBezTo>
                <a:cubicBezTo>
                  <a:pt x="5039" y="1818"/>
                  <a:pt x="5181" y="2000"/>
                  <a:pt x="5465" y="2000"/>
                </a:cubicBezTo>
                <a:cubicBezTo>
                  <a:pt x="5580" y="2000"/>
                  <a:pt x="5688" y="1984"/>
                  <a:pt x="5790" y="1951"/>
                </a:cubicBezTo>
                <a:lnTo>
                  <a:pt x="5790" y="1084"/>
                </a:lnTo>
                <a:close/>
                <a:moveTo>
                  <a:pt x="7083" y="348"/>
                </a:moveTo>
                <a:cubicBezTo>
                  <a:pt x="6644" y="348"/>
                  <a:pt x="6644" y="348"/>
                  <a:pt x="6644" y="348"/>
                </a:cubicBezTo>
                <a:cubicBezTo>
                  <a:pt x="6644" y="0"/>
                  <a:pt x="6644" y="0"/>
                  <a:pt x="6644" y="0"/>
                </a:cubicBezTo>
                <a:cubicBezTo>
                  <a:pt x="7083" y="0"/>
                  <a:pt x="7083" y="0"/>
                  <a:pt x="7083" y="0"/>
                </a:cubicBezTo>
                <a:lnTo>
                  <a:pt x="7083" y="348"/>
                </a:lnTo>
                <a:close/>
                <a:moveTo>
                  <a:pt x="7083" y="2371"/>
                </a:moveTo>
                <a:cubicBezTo>
                  <a:pt x="6644" y="2371"/>
                  <a:pt x="6644" y="2371"/>
                  <a:pt x="6644" y="2371"/>
                </a:cubicBezTo>
                <a:cubicBezTo>
                  <a:pt x="6644" y="630"/>
                  <a:pt x="6644" y="630"/>
                  <a:pt x="6644" y="630"/>
                </a:cubicBezTo>
                <a:cubicBezTo>
                  <a:pt x="7083" y="630"/>
                  <a:pt x="7083" y="630"/>
                  <a:pt x="7083" y="630"/>
                </a:cubicBezTo>
                <a:lnTo>
                  <a:pt x="7083" y="2371"/>
                </a:lnTo>
                <a:close/>
                <a:moveTo>
                  <a:pt x="7498" y="2288"/>
                </a:moveTo>
                <a:cubicBezTo>
                  <a:pt x="7691" y="2354"/>
                  <a:pt x="7909" y="2388"/>
                  <a:pt x="8151" y="2388"/>
                </a:cubicBezTo>
                <a:cubicBezTo>
                  <a:pt x="8644" y="2388"/>
                  <a:pt x="8891" y="2205"/>
                  <a:pt x="8891" y="1840"/>
                </a:cubicBezTo>
                <a:cubicBezTo>
                  <a:pt x="8891" y="1492"/>
                  <a:pt x="8697" y="1318"/>
                  <a:pt x="8310" y="1318"/>
                </a:cubicBezTo>
                <a:cubicBezTo>
                  <a:pt x="8028" y="1318"/>
                  <a:pt x="8028" y="1318"/>
                  <a:pt x="8028" y="1318"/>
                </a:cubicBezTo>
                <a:cubicBezTo>
                  <a:pt x="7890" y="1318"/>
                  <a:pt x="7821" y="1260"/>
                  <a:pt x="7821" y="1144"/>
                </a:cubicBezTo>
                <a:cubicBezTo>
                  <a:pt x="7821" y="1022"/>
                  <a:pt x="7940" y="962"/>
                  <a:pt x="8178" y="962"/>
                </a:cubicBezTo>
                <a:cubicBezTo>
                  <a:pt x="8404" y="962"/>
                  <a:pt x="8614" y="1000"/>
                  <a:pt x="8808" y="1078"/>
                </a:cubicBezTo>
                <a:cubicBezTo>
                  <a:pt x="8808" y="713"/>
                  <a:pt x="8808" y="713"/>
                  <a:pt x="8808" y="713"/>
                </a:cubicBezTo>
                <a:cubicBezTo>
                  <a:pt x="8614" y="647"/>
                  <a:pt x="8408" y="613"/>
                  <a:pt x="8189" y="613"/>
                </a:cubicBezTo>
                <a:cubicBezTo>
                  <a:pt x="7673" y="613"/>
                  <a:pt x="7415" y="796"/>
                  <a:pt x="7415" y="1161"/>
                </a:cubicBezTo>
                <a:cubicBezTo>
                  <a:pt x="7415" y="1509"/>
                  <a:pt x="7592" y="1683"/>
                  <a:pt x="7945" y="1683"/>
                </a:cubicBezTo>
                <a:cubicBezTo>
                  <a:pt x="8260" y="1683"/>
                  <a:pt x="8260" y="1683"/>
                  <a:pt x="8260" y="1683"/>
                </a:cubicBezTo>
                <a:cubicBezTo>
                  <a:pt x="8388" y="1683"/>
                  <a:pt x="8451" y="1741"/>
                  <a:pt x="8451" y="1857"/>
                </a:cubicBezTo>
                <a:cubicBezTo>
                  <a:pt x="8451" y="1979"/>
                  <a:pt x="8357" y="2039"/>
                  <a:pt x="8168" y="2039"/>
                </a:cubicBezTo>
                <a:cubicBezTo>
                  <a:pt x="7915" y="2039"/>
                  <a:pt x="7691" y="2001"/>
                  <a:pt x="7498" y="1923"/>
                </a:cubicBezTo>
                <a:cubicBezTo>
                  <a:pt x="7498" y="2288"/>
                  <a:pt x="7498" y="2288"/>
                  <a:pt x="7498" y="2288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GB" sz="1900" noProof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77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50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oleObject" Target="../embeddings/oleObject2.bin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0000"/>
            <a:ext cx="10980000" cy="48258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540000"/>
            <a:ext cx="10980000" cy="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750" y="71127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00 Month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7765" y="6480000"/>
            <a:ext cx="4680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60928" y="6480000"/>
            <a:ext cx="522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10">
                <a:solidFill>
                  <a:schemeClr val="tx1"/>
                </a:solidFill>
                <a:latin typeface="+mj-lt"/>
              </a:defRPr>
            </a:lvl1pPr>
          </a:lstStyle>
          <a:p>
            <a:fld id="{77913C38-412A-4936-BCE2-6FB08F53102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609600" y="6480000"/>
            <a:ext cx="648000" cy="18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10" b="1" dirty="0" err="1">
                <a:latin typeface="+mj-lt"/>
              </a:rPr>
              <a:t>pladis</a:t>
            </a:r>
            <a:r>
              <a:rPr lang="en-GB" sz="810" b="1" dirty="0">
                <a:latin typeface="+mj-lt"/>
              </a:rPr>
              <a:t> 202</a:t>
            </a:r>
            <a:r>
              <a:rPr lang="en-US" altLang="zh-CN" sz="810" b="1" dirty="0">
                <a:latin typeface="+mj-lt"/>
              </a:rPr>
              <a:t>6</a:t>
            </a:r>
            <a:endParaRPr lang="en-US" altLang="en-GB" sz="810" b="1" dirty="0">
              <a:latin typeface="+mj-lt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047600"/>
            <a:ext cx="10980000" cy="0"/>
          </a:xfrm>
          <a:prstGeom prst="line">
            <a:avLst/>
          </a:prstGeom>
          <a:ln w="1143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4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0" imgH="0" progId="TCLayout.ActiveDocument.1">
                  <p:embed/>
                </p:oleObj>
              </mc:Choice>
              <mc:Fallback>
                <p:oleObj name="think-cell Slide" r:id="rId50" imgW="0" imgH="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873" y="6438514"/>
            <a:ext cx="912492" cy="38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Object 10" hidden="1"/>
          <p:cNvGraphicFramePr>
            <a:graphicFrameLocks noChangeAspect="1"/>
          </p:cNvGraphicFramePr>
          <p:nvPr>
            <p:custDataLst>
              <p:tags r:id="rId4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0" imgH="0" progId="TCLayout.ActiveDocument.1">
                  <p:embed/>
                </p:oleObj>
              </mc:Choice>
              <mc:Fallback>
                <p:oleObj name="think-cell Slide" r:id="rId53" imgW="0" imgH="0" progId="TCLayout.ActiveDocument.1">
                  <p:embed/>
                  <p:pic>
                    <p:nvPicPr>
                      <p:cNvPr id="0" name="Object 10" hidden="1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1"/>
          <p:cNvSpPr txBox="1"/>
          <p:nvPr/>
        </p:nvSpPr>
        <p:spPr>
          <a:xfrm>
            <a:off x="63500" y="6672580"/>
            <a:ext cx="8175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b="1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accent2"/>
        </a:buClr>
        <a:buFont typeface="Arial" panose="020B0604020202090204" pitchFamily="34" charset="0"/>
        <a:buNone/>
        <a:defRPr sz="1600" b="1" kern="1200" spc="-20" baseline="0">
          <a:solidFill>
            <a:schemeClr val="tx2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90204" pitchFamily="34" charset="0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144145" indent="-144145" algn="l" defTabSz="914400" rtl="0" eaLnBrk="1" latinLnBrk="0" hangingPunct="1">
        <a:lnSpc>
          <a:spcPct val="100000"/>
        </a:lnSpc>
        <a:spcBef>
          <a:spcPts val="0"/>
        </a:spcBef>
        <a:spcAft>
          <a:spcPts val="1100"/>
        </a:spcAft>
        <a:buClr>
          <a:schemeClr val="accent2"/>
        </a:buClr>
        <a:buFont typeface="Arial" panose="020B0604020202090204" pitchFamily="34" charset="0"/>
        <a:buChar char="•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288290" indent="-144145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Clr>
          <a:schemeClr val="accent2"/>
        </a:buClr>
        <a:buFont typeface="Arial" panose="020B0604020202090204" pitchFamily="34" charset="0"/>
        <a:buChar char="–"/>
        <a:defRPr sz="125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431800" indent="-144145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accent2"/>
        </a:buClr>
        <a:buFont typeface="Arial" panose="020B0604020202090204" pitchFamily="34" charset="0"/>
        <a:buChar char="–"/>
        <a:defRPr sz="125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CD2E70-011D-D74A-75DE-D1544C85F9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Product Path Analysis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9687D58-0008-6987-9224-CDDC08401A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Mar</a:t>
            </a:r>
            <a:r>
              <a:rPr lang="zh-CN" altLang="en-US" dirty="0"/>
              <a:t> </a:t>
            </a:r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CFF618-5317-39B9-1613-07F7C3F04E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71300" y="6480175"/>
            <a:ext cx="520700" cy="179388"/>
          </a:xfrm>
        </p:spPr>
        <p:txBody>
          <a:bodyPr/>
          <a:lstStyle/>
          <a:p>
            <a:fld id="{77913C38-412A-4936-BCE2-6FB08F53102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34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38187-3D02-A819-BA11-A174BF27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1B639D35-228F-5367-4C62-60EC7E9FF353}"/>
              </a:ext>
            </a:extLst>
          </p:cNvPr>
          <p:cNvSpPr/>
          <p:nvPr/>
        </p:nvSpPr>
        <p:spPr>
          <a:xfrm>
            <a:off x="251637" y="1222600"/>
            <a:ext cx="11688725" cy="5305791"/>
          </a:xfrm>
          <a:prstGeom prst="roundRect">
            <a:avLst>
              <a:gd name="adj" fmla="val 4330"/>
            </a:avLst>
          </a:prstGeom>
          <a:solidFill>
            <a:schemeClr val="bg1"/>
          </a:solidFill>
          <a:ln>
            <a:noFill/>
          </a:ln>
          <a:effectLst>
            <a:outerShdw blurRad="254000" dist="12700" sx="101000" sy="1010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400" dirty="0" err="1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0E521610-5292-5A10-7B69-96725553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14670"/>
            <a:ext cx="10980000" cy="557330"/>
          </a:xfrm>
        </p:spPr>
        <p:txBody>
          <a:bodyPr/>
          <a:lstStyle/>
          <a:p>
            <a:r>
              <a:rPr lang="en-US" altLang="zh-CN" sz="2400" dirty="0"/>
              <a:t>2025</a:t>
            </a:r>
            <a:r>
              <a:rPr lang="zh-CN" altLang="en-US" sz="2400" dirty="0"/>
              <a:t>年新老客的购买产品品类分布趋势基本一致，</a:t>
            </a:r>
            <a:r>
              <a:rPr lang="en-US" altLang="zh-CN" sz="2400" dirty="0"/>
              <a:t>75%</a:t>
            </a:r>
            <a:r>
              <a:rPr lang="zh-CN" altLang="en-US" sz="2400" dirty="0"/>
              <a:t>新客和</a:t>
            </a:r>
            <a:r>
              <a:rPr lang="en-US" altLang="zh-CN" sz="2400" dirty="0"/>
              <a:t>79%</a:t>
            </a:r>
            <a:r>
              <a:rPr lang="zh-CN" altLang="en-US" sz="2400" dirty="0"/>
              <a:t>老客购买</a:t>
            </a:r>
            <a:r>
              <a:rPr lang="en-US" altLang="zh-CN" sz="2400" dirty="0"/>
              <a:t>Soft</a:t>
            </a:r>
            <a:r>
              <a:rPr lang="zh-CN" altLang="en-US" sz="2400" dirty="0"/>
              <a:t> </a:t>
            </a:r>
            <a:r>
              <a:rPr lang="en-US" altLang="zh-CN" sz="2400" dirty="0"/>
              <a:t>Serve</a:t>
            </a:r>
            <a:endParaRPr lang="zh-CN" altLang="en-US" sz="2400" dirty="0"/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6B70CC4E-BEB7-2979-8C25-8F95DB85D8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594452"/>
              </p:ext>
            </p:extLst>
          </p:nvPr>
        </p:nvGraphicFramePr>
        <p:xfrm>
          <a:off x="380999" y="1318437"/>
          <a:ext cx="11430000" cy="5124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8637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44FE-EDE7-6500-D00F-76806D1B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CDDFE029-4E25-EEB9-996D-057F9B84A46F}"/>
              </a:ext>
            </a:extLst>
          </p:cNvPr>
          <p:cNvSpPr/>
          <p:nvPr/>
        </p:nvSpPr>
        <p:spPr>
          <a:xfrm>
            <a:off x="251637" y="1222600"/>
            <a:ext cx="11688725" cy="5305791"/>
          </a:xfrm>
          <a:prstGeom prst="roundRect">
            <a:avLst>
              <a:gd name="adj" fmla="val 4330"/>
            </a:avLst>
          </a:prstGeom>
          <a:solidFill>
            <a:schemeClr val="bg1"/>
          </a:solidFill>
          <a:ln>
            <a:noFill/>
          </a:ln>
          <a:effectLst>
            <a:outerShdw blurRad="254000" dist="12700" sx="101000" sy="1010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400" dirty="0" err="1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E963D454-6650-4C2E-32CB-B7961369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2025</a:t>
            </a:r>
            <a:r>
              <a:rPr lang="zh-CN" altLang="en-US" sz="2400" dirty="0"/>
              <a:t>年新老客</a:t>
            </a:r>
            <a:r>
              <a:rPr lang="en-US" altLang="zh-CN" sz="2400" dirty="0"/>
              <a:t>Gifting</a:t>
            </a:r>
            <a:r>
              <a:rPr lang="zh-CN" altLang="en-US" sz="2400" dirty="0"/>
              <a:t>品类客单价差异明显，老客购买</a:t>
            </a:r>
            <a:r>
              <a:rPr lang="en-US" altLang="zh-CN" sz="2400" dirty="0"/>
              <a:t>Gifting</a:t>
            </a:r>
            <a:r>
              <a:rPr lang="zh-CN" altLang="en-US" sz="2400" dirty="0"/>
              <a:t>产品客单价远高于新客</a:t>
            </a:r>
          </a:p>
        </p:txBody>
      </p:sp>
      <p:graphicFrame>
        <p:nvGraphicFramePr>
          <p:cNvPr id="19" name="图表 18">
            <a:extLst>
              <a:ext uri="{FF2B5EF4-FFF2-40B4-BE49-F238E27FC236}">
                <a16:creationId xmlns:a16="http://schemas.microsoft.com/office/drawing/2014/main" id="{831E3765-6B83-DC21-C6B7-2176589BCB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6937477"/>
              </p:ext>
            </p:extLst>
          </p:nvPr>
        </p:nvGraphicFramePr>
        <p:xfrm>
          <a:off x="380999" y="1329070"/>
          <a:ext cx="11430000" cy="5114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261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12EC292-DB60-4977-CD43-6485F53CA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4</a:t>
            </a:fld>
            <a:endParaRPr lang="en-GB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C118F89-1A52-6783-DB03-D923A723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400" dirty="0"/>
              <a:t>首日购买</a:t>
            </a:r>
            <a:r>
              <a:rPr kumimoji="1" lang="en-US" altLang="zh-CN" sz="2400" dirty="0"/>
              <a:t>SS</a:t>
            </a:r>
            <a:r>
              <a:rPr kumimoji="1" lang="zh-CN" altLang="en-US" sz="2400" dirty="0"/>
              <a:t>新客中，复购会员有</a:t>
            </a:r>
            <a:r>
              <a:rPr kumimoji="1" lang="en-US" altLang="zh-CN" sz="2400" dirty="0"/>
              <a:t>52%</a:t>
            </a:r>
            <a:r>
              <a:rPr kumimoji="1" lang="zh-CN" altLang="en-US" sz="2400" dirty="0"/>
              <a:t>仍然选择</a:t>
            </a:r>
            <a:r>
              <a:rPr kumimoji="1" lang="en-US" altLang="zh-CN" sz="2400" dirty="0"/>
              <a:t>SS</a:t>
            </a:r>
            <a:r>
              <a:rPr kumimoji="1" lang="zh-CN" altLang="en-US" sz="2400" dirty="0"/>
              <a:t>产品，有</a:t>
            </a:r>
            <a:r>
              <a:rPr kumimoji="1" lang="en-US" altLang="zh-CN" sz="2400" dirty="0"/>
              <a:t>6%</a:t>
            </a:r>
            <a:r>
              <a:rPr kumimoji="1" lang="zh-CN" altLang="en-US" sz="2400" dirty="0"/>
              <a:t>会购买</a:t>
            </a:r>
            <a:r>
              <a:rPr kumimoji="1" lang="en-US" altLang="zh-CN" sz="2400" dirty="0"/>
              <a:t>Gifting</a:t>
            </a:r>
            <a:r>
              <a:rPr kumimoji="1" lang="zh-CN" altLang="en-US" sz="2400" dirty="0"/>
              <a:t>产品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8B37C7E-CB4D-12EC-23BF-6E390D7A262E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8120180"/>
              </p:ext>
            </p:extLst>
          </p:nvPr>
        </p:nvGraphicFramePr>
        <p:xfrm>
          <a:off x="609336" y="1436146"/>
          <a:ext cx="10973328" cy="23688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494">
                  <a:extLst>
                    <a:ext uri="{9D8B030D-6E8A-4147-A177-3AD203B41FA5}">
                      <a16:colId xmlns:a16="http://schemas.microsoft.com/office/drawing/2014/main" val="1712285096"/>
                    </a:ext>
                  </a:extLst>
                </a:gridCol>
                <a:gridCol w="3560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8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新客首日购买品类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新客跨天复购品类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会员人数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人数占比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22,718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52%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Bulk-Carre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2,816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Bulk-Praline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2,244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Bulk-Truffle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1,898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Pearls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1,885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Seasonal Bulk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1,796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Bulk-G Cube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1,737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Pastry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1,573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Tablet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1,388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Shake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1,026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C4D7AC53-D3DA-1026-995F-869B822E1DEA}"/>
              </a:ext>
            </a:extLst>
          </p:cNvPr>
          <p:cNvSpPr txBox="1"/>
          <p:nvPr/>
        </p:nvSpPr>
        <p:spPr>
          <a:xfrm>
            <a:off x="609336" y="1167069"/>
            <a:ext cx="56404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年首日购买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SS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新客的复购品类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Top10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0BDAD18-F09A-A793-BB53-540C1E580ADE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03182952"/>
              </p:ext>
            </p:extLst>
          </p:nvPr>
        </p:nvGraphicFramePr>
        <p:xfrm>
          <a:off x="609072" y="4253025"/>
          <a:ext cx="10973328" cy="24057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494">
                  <a:extLst>
                    <a:ext uri="{9D8B030D-6E8A-4147-A177-3AD203B41FA5}">
                      <a16:colId xmlns:a16="http://schemas.microsoft.com/office/drawing/2014/main" val="1712285096"/>
                    </a:ext>
                  </a:extLst>
                </a:gridCol>
                <a:gridCol w="3560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9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新客首日购买品类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新客跨天复购品类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会员人数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人数占比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Limited collections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781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Holiday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728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Carre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388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Specialty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202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Gold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187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Truffle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181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MAF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CNY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Summer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Mini Tarte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Spring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47631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day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72308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16CF0CC6-163E-5F1F-DDC9-B753769FAB18}"/>
              </a:ext>
            </a:extLst>
          </p:cNvPr>
          <p:cNvSpPr txBox="1"/>
          <p:nvPr/>
        </p:nvSpPr>
        <p:spPr>
          <a:xfrm>
            <a:off x="609072" y="3973183"/>
            <a:ext cx="56404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年首日购买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SS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新客复购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Gifting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产品占比</a:t>
            </a:r>
            <a:endParaRPr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00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5EF7-02B7-C155-0102-C52FA73E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7A82CF-AA82-9F09-3230-9551872D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3C38-412A-4936-BCE2-6FB08F53102A}" type="slidenum">
              <a:rPr lang="en-GB" smtClean="0"/>
              <a:t>5</a:t>
            </a:fld>
            <a:endParaRPr lang="en-GB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34AD4C-1235-B4C2-5C2B-EB033C38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dirty="0"/>
              <a:t>2025</a:t>
            </a:r>
            <a:r>
              <a:rPr kumimoji="1" lang="zh-CN" altLang="en-US" sz="2400" dirty="0"/>
              <a:t>回柜购买</a:t>
            </a:r>
            <a:r>
              <a:rPr kumimoji="1" lang="en-US" altLang="zh-CN" sz="2400" dirty="0"/>
              <a:t>SS</a:t>
            </a:r>
            <a:r>
              <a:rPr kumimoji="1" lang="zh-CN" altLang="en-US" sz="2400" dirty="0"/>
              <a:t>老客中，再次复购</a:t>
            </a:r>
            <a:r>
              <a:rPr kumimoji="1" lang="en-US" altLang="zh-CN" sz="2400" dirty="0"/>
              <a:t>SS</a:t>
            </a:r>
            <a:r>
              <a:rPr kumimoji="1" lang="zh-CN" altLang="en-US" sz="2400" dirty="0"/>
              <a:t>产品的会员占</a:t>
            </a:r>
            <a:r>
              <a:rPr kumimoji="1" lang="en-US" altLang="zh-CN" sz="2400" dirty="0"/>
              <a:t>52%</a:t>
            </a:r>
            <a:r>
              <a:rPr kumimoji="1" lang="zh-CN" altLang="en-US" sz="2400" dirty="0"/>
              <a:t>，有</a:t>
            </a:r>
            <a:r>
              <a:rPr kumimoji="1" lang="en-US" altLang="zh-CN" sz="2400" dirty="0"/>
              <a:t>6%</a:t>
            </a:r>
            <a:r>
              <a:rPr kumimoji="1" lang="zh-CN" altLang="en-US" sz="2400" dirty="0"/>
              <a:t>会购买</a:t>
            </a:r>
            <a:r>
              <a:rPr kumimoji="1" lang="en-US" altLang="zh-CN" sz="2400" dirty="0"/>
              <a:t>Gifting</a:t>
            </a:r>
            <a:r>
              <a:rPr kumimoji="1" lang="zh-CN" altLang="en-US" sz="2400" dirty="0"/>
              <a:t>产品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1CEBE0E-4E6E-AC0B-085C-A401C4CAA9F5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4522583"/>
              </p:ext>
            </p:extLst>
          </p:nvPr>
        </p:nvGraphicFramePr>
        <p:xfrm>
          <a:off x="609336" y="1436146"/>
          <a:ext cx="10973328" cy="23688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494">
                  <a:extLst>
                    <a:ext uri="{9D8B030D-6E8A-4147-A177-3AD203B41FA5}">
                      <a16:colId xmlns:a16="http://schemas.microsoft.com/office/drawing/2014/main" val="1712285096"/>
                    </a:ext>
                  </a:extLst>
                </a:gridCol>
                <a:gridCol w="3560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8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新客首日购买品类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新客跨天复购品类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会员人数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人数占比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20,476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50%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Bulk-Carre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2,162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Pearls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1,719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Bulk-Praline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1,710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Bulk-Truffle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1,400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Bulk-G Cube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1,335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Seasonal Bulk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1,271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Tablet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988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Shake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935 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Pastry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>
                          <a:effectLst/>
                          <a:latin typeface="Arial" panose="020B0604020202020204" pitchFamily="34" charset="0"/>
                        </a:rPr>
                        <a:t>869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F0BF040-D2E9-D9EC-F233-60AEB0C9C891}"/>
              </a:ext>
            </a:extLst>
          </p:cNvPr>
          <p:cNvSpPr txBox="1"/>
          <p:nvPr/>
        </p:nvSpPr>
        <p:spPr>
          <a:xfrm>
            <a:off x="609336" y="1167069"/>
            <a:ext cx="56404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年回柜购买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SS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老客再次回柜品类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Top10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0C561B8-4055-710C-3007-7577C9299BF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3608936"/>
              </p:ext>
            </p:extLst>
          </p:nvPr>
        </p:nvGraphicFramePr>
        <p:xfrm>
          <a:off x="609072" y="4253025"/>
          <a:ext cx="10973328" cy="2390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0494">
                  <a:extLst>
                    <a:ext uri="{9D8B030D-6E8A-4147-A177-3AD203B41FA5}">
                      <a16:colId xmlns:a16="http://schemas.microsoft.com/office/drawing/2014/main" val="1712285096"/>
                    </a:ext>
                  </a:extLst>
                </a:gridCol>
                <a:gridCol w="3560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61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93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新客首日购买品类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新客跨天复购品类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会员人数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人数占比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Limited collections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738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Holiday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575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Carre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318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Specialty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190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Gold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Truffle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MAF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CNY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0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Summer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1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Mini Tarte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V</a:t>
                      </a: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-</a:t>
                      </a: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day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rgbClr val="FF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47631"/>
                  </a:ext>
                </a:extLst>
              </a:tr>
              <a:tr h="1783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effectLst/>
                          <a:latin typeface="Arial" panose="020B0604020202020204" pitchFamily="34" charset="0"/>
                        </a:rPr>
                        <a:t>Soft Serve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effectLst/>
                          <a:latin typeface="Arial" panose="020B0604020202020204" pitchFamily="34" charset="0"/>
                        </a:rPr>
                        <a:t>Spring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72308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E4297CF-9B67-DA55-5D7D-E0893164DE9E}"/>
              </a:ext>
            </a:extLst>
          </p:cNvPr>
          <p:cNvSpPr txBox="1"/>
          <p:nvPr/>
        </p:nvSpPr>
        <p:spPr>
          <a:xfrm>
            <a:off x="609072" y="3973183"/>
            <a:ext cx="56404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年首日购买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SS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新客复购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Gifting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产品占比</a:t>
            </a:r>
            <a:endParaRPr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74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0157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3d02f75-05dc-4e2c-ab49-5b60a577c413"/>
  <p:tag name="THINKCELLPRESENTATIONDONOTDELETE" val="&lt;?xml version=&quot;1.0&quot; encoding=&quot;UTF-16&quot; standalone=&quot;yes&quot;?&gt;&lt;root reqver=&quot;27037&quot;&gt;&lt;version val=&quot;3292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3.18829690000000054440E+00&quot;&gt;&lt;m_msothmcolidx val=&quot;0&quot;/&gt;&lt;m_rgb r=&quot;E4&quot; g=&quot;00&quot; b=&quot;2B&quot;/&gt;&lt;/elem&gt;&lt;elem m_fUsage=&quot;2.93749821000000022053E+00&quot;&gt;&lt;m_msothmcolidx val=&quot;0&quot;/&gt;&lt;m_rgb r=&quot;16&quot; g=&quot;8B&quot; b=&quot;31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411"/>
  <p:tag name="TABLE_ENDDRAG_RECT" val="458*97*452*4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411"/>
  <p:tag name="TABLE_ENDDRAG_RECT" val="458*97*452*4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411"/>
  <p:tag name="TABLE_ENDDRAG_RECT" val="458*97*452*4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2*411"/>
  <p:tag name="TABLE_ENDDRAG_RECT" val="458*97*452*411"/>
</p:tagLst>
</file>

<file path=ppt/theme/theme1.xml><?xml version="1.0" encoding="utf-8"?>
<a:theme xmlns:a="http://schemas.openxmlformats.org/drawingml/2006/main" name="11_Office Theme">
  <a:themeElements>
    <a:clrScheme name="Custom 6">
      <a:dk1>
        <a:sysClr val="windowText" lastClr="000000"/>
      </a:dk1>
      <a:lt1>
        <a:sysClr val="window" lastClr="FFFFFF"/>
      </a:lt1>
      <a:dk2>
        <a:srgbClr val="E4002B"/>
      </a:dk2>
      <a:lt2>
        <a:srgbClr val="F4EDE5"/>
      </a:lt2>
      <a:accent1>
        <a:srgbClr val="FEBC43"/>
      </a:accent1>
      <a:accent2>
        <a:srgbClr val="FF7800"/>
      </a:accent2>
      <a:accent3>
        <a:srgbClr val="5F1932"/>
      </a:accent3>
      <a:accent4>
        <a:srgbClr val="F5A2C9"/>
      </a:accent4>
      <a:accent5>
        <a:srgbClr val="64A3E8"/>
      </a:accent5>
      <a:accent6>
        <a:srgbClr val="001871"/>
      </a:accent6>
      <a:hlink>
        <a:srgbClr val="E4002B"/>
      </a:hlink>
      <a:folHlink>
        <a:srgbClr val="5F1932"/>
      </a:folHlink>
    </a:clrScheme>
    <a:fontScheme name="Custom 9">
      <a:majorFont>
        <a:latin typeface="Segoe UI"/>
        <a:ea typeface=""/>
        <a:cs typeface=""/>
      </a:majorFont>
      <a:minorFont>
        <a:latin typeface="Segoe UI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tabLst>
            <a:tab pos="143510" algn="l"/>
          </a:tabLst>
          <a:defRPr dirty="0" smtClean="0">
            <a:latin typeface="+mn-lt"/>
            <a:cs typeface="Segoe UI Light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525</Words>
  <Application>Microsoft Macintosh PowerPoint</Application>
  <PresentationFormat>宽屏</PresentationFormat>
  <Paragraphs>211</Paragraphs>
  <Slides>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Microsoft YaHei</vt:lpstr>
      <vt:lpstr>Arial</vt:lpstr>
      <vt:lpstr>Calibri</vt:lpstr>
      <vt:lpstr>Segoe UI</vt:lpstr>
      <vt:lpstr>Segoe UI Black</vt:lpstr>
      <vt:lpstr>Segoe UI Light</vt:lpstr>
      <vt:lpstr>Segoe UI Semibold</vt:lpstr>
      <vt:lpstr>Segoe UI Semilight</vt:lpstr>
      <vt:lpstr>Symbol</vt:lpstr>
      <vt:lpstr>Verdana</vt:lpstr>
      <vt:lpstr>Wingdings</vt:lpstr>
      <vt:lpstr>11_Office Theme</vt:lpstr>
      <vt:lpstr>think-cell Slide</vt:lpstr>
      <vt:lpstr>Product Path Analysis</vt:lpstr>
      <vt:lpstr>2025年新老客的购买产品品类分布趋势基本一致，75%新客和79%老客购买Soft Serve</vt:lpstr>
      <vt:lpstr>2025年新老客Gifting品类客单价差异明显，老客购买Gifting产品客单价远高于新客</vt:lpstr>
      <vt:lpstr>首日购买SS新客中，复购会员有52%仍然选择SS产品，有6%会购买Gifting产品</vt:lpstr>
      <vt:lpstr>2025回柜购买SS老客中，再次复购SS产品的会员占52%，有6%会购买Gifting产品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 Hartley</dc:creator>
  <cp:lastModifiedBy>玲 卢</cp:lastModifiedBy>
  <cp:revision>28</cp:revision>
  <dcterms:created xsi:type="dcterms:W3CDTF">2025-07-01T01:57:02Z</dcterms:created>
  <dcterms:modified xsi:type="dcterms:W3CDTF">2026-03-29T02:04:08Z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0x010100B656F22A9D08E74090C2D32767FADBF8</vt:lpwstr>
  </property>
  <property fmtid="{D5CDD505-2E9C-101B-9397-08002B2CF9AE}" pid="3" name="MSIP_Label_02becea5-85ca-461c-ae42-4d1ec81e300d_Enabled">
    <vt:lpwstr>True</vt:lpwstr>
  </property>
  <property fmtid="{D5CDD505-2E9C-101B-9397-08002B2CF9AE}" pid="4" name="MSIP_Label_02becea5-85ca-461c-ae42-4d1ec81e300d_SiteId">
    <vt:lpwstr>12f553a5-690d-49f6-8961-4b92f700cf11</vt:lpwstr>
  </property>
  <property fmtid="{D5CDD505-2E9C-101B-9397-08002B2CF9AE}" pid="5" name="MSIP_Label_02becea5-85ca-461c-ae42-4d1ec81e300d_Owner">
    <vt:lpwstr>ramji.shukla@pladisglobal.com</vt:lpwstr>
  </property>
  <property fmtid="{D5CDD505-2E9C-101B-9397-08002B2CF9AE}" pid="6" name="MSIP_Label_02becea5-85ca-461c-ae42-4d1ec81e300d_SetDate">
    <vt:lpwstr>2022-03-24T11:33:25.7732513Z</vt:lpwstr>
  </property>
  <property fmtid="{D5CDD505-2E9C-101B-9397-08002B2CF9AE}" pid="7" name="MSIP_Label_02becea5-85ca-461c-ae42-4d1ec81e300d_Name">
    <vt:lpwstr>INTERNAL</vt:lpwstr>
  </property>
  <property fmtid="{D5CDD505-2E9C-101B-9397-08002B2CF9AE}" pid="8" name="MSIP_Label_02becea5-85ca-461c-ae42-4d1ec81e300d_Application">
    <vt:lpwstr>Microsoft Azure Information Protection</vt:lpwstr>
  </property>
  <property fmtid="{D5CDD505-2E9C-101B-9397-08002B2CF9AE}" pid="9" name="MSIP_Label_02becea5-85ca-461c-ae42-4d1ec81e300d_Extended_MSFT_Method">
    <vt:lpwstr>Manual</vt:lpwstr>
  </property>
  <property fmtid="{D5CDD505-2E9C-101B-9397-08002B2CF9AE}" pid="10" name="MediaServiceImageTags">
    <vt:lpwstr/>
  </property>
  <property fmtid="{D5CDD505-2E9C-101B-9397-08002B2CF9AE}" pid="11" name="MSIP_Label_7b8da02b-b17a-4587-a8d4-8512ce22265e_Enabled">
    <vt:lpwstr>true</vt:lpwstr>
  </property>
  <property fmtid="{D5CDD505-2E9C-101B-9397-08002B2CF9AE}" pid="12" name="MSIP_Label_7b8da02b-b17a-4587-a8d4-8512ce22265e_SetDate">
    <vt:lpwstr>2023-10-12T09:33:06Z</vt:lpwstr>
  </property>
  <property fmtid="{D5CDD505-2E9C-101B-9397-08002B2CF9AE}" pid="13" name="MSIP_Label_7b8da02b-b17a-4587-a8d4-8512ce22265e_Method">
    <vt:lpwstr>Standard</vt:lpwstr>
  </property>
  <property fmtid="{D5CDD505-2E9C-101B-9397-08002B2CF9AE}" pid="14" name="MSIP_Label_7b8da02b-b17a-4587-a8d4-8512ce22265e_Name">
    <vt:lpwstr>7b8da02b-b17a-4587-a8d4-8512ce22265e</vt:lpwstr>
  </property>
  <property fmtid="{D5CDD505-2E9C-101B-9397-08002B2CF9AE}" pid="15" name="MSIP_Label_7b8da02b-b17a-4587-a8d4-8512ce22265e_SiteId">
    <vt:lpwstr>3ba2f3b7-30a2-4df7-b807-51feead27031</vt:lpwstr>
  </property>
  <property fmtid="{D5CDD505-2E9C-101B-9397-08002B2CF9AE}" pid="16" name="MSIP_Label_7b8da02b-b17a-4587-a8d4-8512ce22265e_ActionId">
    <vt:lpwstr>1c2d831e-8843-42c7-9e61-b772d8ee27a4</vt:lpwstr>
  </property>
  <property fmtid="{D5CDD505-2E9C-101B-9397-08002B2CF9AE}" pid="17" name="MSIP_Label_7b8da02b-b17a-4587-a8d4-8512ce22265e_ContentBits">
    <vt:lpwstr>2</vt:lpwstr>
  </property>
  <property fmtid="{D5CDD505-2E9C-101B-9397-08002B2CF9AE}" pid="18" name="ClassificationContentMarkingFooterLocations">
    <vt:lpwstr>1_Office Theme:4\2_Office Theme:5\3_Office Theme:2\4_Office Theme:4\5_Office Theme:4\10_Office Theme:14\11_Office Theme:12\12_Office Theme:12\13_Office Theme:12\14_Office Theme:12</vt:lpwstr>
  </property>
  <property fmtid="{D5CDD505-2E9C-101B-9397-08002B2CF9AE}" pid="19" name="ClassificationContentMarkingFooterText">
    <vt:lpwstr>Sensitivity: Internal</vt:lpwstr>
  </property>
  <property fmtid="{D5CDD505-2E9C-101B-9397-08002B2CF9AE}" pid="20" name="ICV">
    <vt:lpwstr>9A824A36C21939AE9B9A20671AA7EF1E_42</vt:lpwstr>
  </property>
  <property fmtid="{D5CDD505-2E9C-101B-9397-08002B2CF9AE}" pid="21" name="KSOProductBuildVer">
    <vt:lpwstr>2052-6.5.2.8766</vt:lpwstr>
  </property>
</Properties>
</file>